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70" r:id="rId12"/>
    <p:sldId id="269" r:id="rId13"/>
    <p:sldId id="273" r:id="rId14"/>
    <p:sldId id="272" r:id="rId15"/>
    <p:sldId id="275" r:id="rId16"/>
    <p:sldId id="284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6" r:id="rId27"/>
    <p:sldId id="287" r:id="rId28"/>
    <p:sldId id="309" r:id="rId29"/>
    <p:sldId id="289" r:id="rId30"/>
    <p:sldId id="290" r:id="rId31"/>
    <p:sldId id="292" r:id="rId32"/>
    <p:sldId id="293" r:id="rId33"/>
    <p:sldId id="294" r:id="rId34"/>
    <p:sldId id="297" r:id="rId35"/>
    <p:sldId id="299" r:id="rId36"/>
    <p:sldId id="300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20" r:id="rId54"/>
    <p:sldId id="319" r:id="rId55"/>
    <p:sldId id="321" r:id="rId56"/>
    <p:sldId id="322" r:id="rId57"/>
    <p:sldId id="32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4747"/>
    <a:srgbClr val="3F3B3B"/>
    <a:srgbClr val="F7258E"/>
    <a:srgbClr val="FF4B8B"/>
    <a:srgbClr val="FF2170"/>
    <a:srgbClr val="FF82AF"/>
    <a:srgbClr val="FF7575"/>
    <a:srgbClr val="47FF9A"/>
    <a:srgbClr val="FFE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4" autoAdjust="0"/>
    <p:restoredTop sz="95097" autoAdjust="0"/>
  </p:normalViewPr>
  <p:slideViewPr>
    <p:cSldViewPr snapToGrid="0">
      <p:cViewPr>
        <p:scale>
          <a:sx n="66" d="100"/>
          <a:sy n="66" d="100"/>
        </p:scale>
        <p:origin x="864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8T15:16:15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72 17 24575,'8'-4'0,"0"2"0,0-1 0,0 1 0,0 0 0,1 1 0,-1-1 0,10 1 0,59 4 0,-58 1 0,-28 0 0,-30 2 0,-156-6 0,352 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8T15:16:15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72 17 24575,'8'-4'0,"0"2"0,0-1 0,0 1 0,0 0 0,1 1 0,-1-1 0,10 1 0,59 4 0,-58 1 0,-28 0 0,-30 2 0,-156-6 0,352 0-1365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8T15:16:15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72 17 24575,'8'-4'0,"0"2"0,0-1 0,0 1 0,0 0 0,1 1 0,-1-1 0,10 1 0,59 4 0,-58 1 0,-28 0 0,-30 2 0,-156-6 0,352 0-1365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8T15:16:15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72 17 24575,'8'-4'0,"0"2"0,0-1 0,0 1 0,0 0 0,1 1 0,-1-1 0,10 1 0,59 4 0,-58 1 0,-28 0 0,-30 2 0,-156-6 0,352 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8T15:16:15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72 17 24575,'8'-4'0,"0"2"0,0-1 0,0 1 0,0 0 0,1 1 0,-1-1 0,10 1 0,59 4 0,-58 1 0,-28 0 0,-30 2 0,-156-6 0,352 0-1365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1A36-710F-777C-CFBA-3AF465FD9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B1F91-6E53-E697-8025-DDB5EA359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398DC-4235-A76F-79CF-01EEDFFB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B1274-B1E5-BF4F-4C5F-2150B676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F6298-87ED-D0AA-FFFB-878C5008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9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44BA4-9849-46C1-A56A-418A644F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EE55-5F5A-7497-70CD-C682427A9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EB08E-C77C-CFCB-5E75-C1D837BE9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291B-BA1A-2567-63BD-30857FA7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9A327-6C6B-244F-E649-BBC9ABBD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00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818C-B853-447E-C546-D35F9908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5CAC6-DE2F-8676-8708-B5211F57F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CF983-E64A-F874-3D21-06E541A4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B7A62-2955-AD27-CDE6-25C8AC28F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08210-DCEA-4C5B-C41A-B7278CDF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0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8E4D-DF67-301E-F18B-4C93279C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6EB49-F3C7-CBE4-DBC8-698732FE4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BE2E2-E585-A0B3-8FDB-421B5D51D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88CB1-740D-AD9A-89BF-A8703FCA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27F0E-FA2C-E272-8BBA-F2F4CA78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144BF-7698-9338-3E8A-18E0270D7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9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EB7C-1205-8445-D954-8253EBDAD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01B1D-3A37-C88A-CF8C-774668B93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73C19-7997-1480-6E37-8649AA5FC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59E78-F0A2-3E45-598D-22785666C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3286D-F4C0-2F59-5443-B491F7266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78F39A-C48D-D516-855B-367A29BD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E55EE-FEDF-087E-9D8F-989FD6D7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3113F-CA65-B336-5D56-47324B5F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9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EB0D-E266-F1BC-61CB-41EC74BE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9BD46-AD4E-EAA2-46F2-A2F1D9B2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5F69D-05D2-B3DB-55B8-2DD87BA1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C009E-8415-2443-205C-FFD43CD0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60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4282D-7365-9DC5-AD48-DB8C6516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355D9D-A1A1-9758-C25E-8235AA06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26BD-FCC5-96F1-6CAC-B21433D0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2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E4F5-D938-0228-C8E2-B0C37654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D8FA9-EDB4-F515-4331-7F7F86D27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D92B0-6606-184E-BE78-7F309E8C5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C0ED2-36FF-A711-2A4C-8CE9F4A6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4AE33-5A5C-1903-DCFA-D82D1FE3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27E13-0E1D-4EB2-1DAB-5A8F753E0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7C9F-2C42-6AC7-CB0B-2B9D10C7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A2E97-193A-DE96-854E-B9E404F4A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36A9B-7CB9-D4EB-1DED-BE5B57C80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E0234-87C5-CABE-200B-925DBAC8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96284-0D6F-37AC-37CA-BBA40A1D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74ED9-49AD-5BC6-CE01-F0F6F678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5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A1ED-99D6-2BD0-811E-474B948A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E612C-0D6A-D25E-450F-23A01EE96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1862-C05C-CAC0-54F4-F59E058D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C6F8C-B704-6924-E9B8-1F35F03F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4CEA-C019-A313-B4E9-23C36A84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7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E350B-F2F4-595B-DE72-256E16054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DC1B9-E743-5E96-4119-AD4AAABA7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9CD95-F1F6-2028-2761-4F91BFD0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D73A-DADE-6502-F8D8-9D230F36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1497F-CFAC-FA2E-16E9-56CB3596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3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52310-26C7-8009-F464-D84B3C1F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208E3-CC96-7DB0-75FB-AFC2272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1270D-B47D-C469-4B5E-2894626D1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C8476-777C-423D-9351-6EC7B153339C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97E87-1CAA-9506-18B2-EAED0E2BA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44564-ACD6-8A35-E731-9C4019CA6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66D1A-CD53-45AC-BF5C-6731E00E5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12" Type="http://schemas.openxmlformats.org/officeDocument/2006/relationships/image" Target="../media/image14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7.png"/><Relationship Id="rId5" Type="http://schemas.openxmlformats.org/officeDocument/2006/relationships/image" Target="../media/image8.gif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0" Type="http://schemas.openxmlformats.org/officeDocument/2006/relationships/image" Target="../media/image7.png"/><Relationship Id="rId4" Type="http://schemas.openxmlformats.org/officeDocument/2006/relationships/image" Target="../media/image8.gif"/><Relationship Id="rId9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gif"/><Relationship Id="rId11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20.png"/><Relationship Id="rId5" Type="http://schemas.openxmlformats.org/officeDocument/2006/relationships/image" Target="../media/image6.png"/><Relationship Id="rId10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12" Type="http://schemas.openxmlformats.org/officeDocument/2006/relationships/image" Target="../media/image1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70.png"/><Relationship Id="rId1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12" Type="http://schemas.openxmlformats.org/officeDocument/2006/relationships/image" Target="../media/image10.png"/><Relationship Id="rId2" Type="http://schemas.openxmlformats.org/officeDocument/2006/relationships/image" Target="../media/image8.gif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70.png"/><Relationship Id="rId1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5" Type="http://schemas.openxmlformats.org/officeDocument/2006/relationships/image" Target="../media/image6.png"/><Relationship Id="rId10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5" Type="http://schemas.openxmlformats.org/officeDocument/2006/relationships/image" Target="../media/image2.pn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5" Type="http://schemas.openxmlformats.org/officeDocument/2006/relationships/image" Target="../media/image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20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6.png"/><Relationship Id="rId5" Type="http://schemas.openxmlformats.org/officeDocument/2006/relationships/image" Target="../media/image1.png"/><Relationship Id="rId10" Type="http://schemas.openxmlformats.org/officeDocument/2006/relationships/image" Target="../media/image23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6.png"/><Relationship Id="rId5" Type="http://schemas.openxmlformats.org/officeDocument/2006/relationships/image" Target="../media/image1.png"/><Relationship Id="rId10" Type="http://schemas.openxmlformats.org/officeDocument/2006/relationships/image" Target="../media/image14.png"/><Relationship Id="rId4" Type="http://schemas.openxmlformats.org/officeDocument/2006/relationships/image" Target="../media/image8.gif"/><Relationship Id="rId9" Type="http://schemas.openxmlformats.org/officeDocument/2006/relationships/image" Target="../media/image7.png"/><Relationship Id="rId1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3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3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3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12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8.gif"/><Relationship Id="rId9" Type="http://schemas.openxmlformats.org/officeDocument/2006/relationships/image" Target="../media/image7.png"/><Relationship Id="rId1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0.png"/><Relationship Id="rId5" Type="http://schemas.openxmlformats.org/officeDocument/2006/relationships/image" Target="../media/image27.png"/><Relationship Id="rId10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0.png"/><Relationship Id="rId5" Type="http://schemas.openxmlformats.org/officeDocument/2006/relationships/image" Target="../media/image27.png"/><Relationship Id="rId10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0.png"/><Relationship Id="rId5" Type="http://schemas.openxmlformats.org/officeDocument/2006/relationships/image" Target="../media/image27.png"/><Relationship Id="rId10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0.png"/><Relationship Id="rId5" Type="http://schemas.openxmlformats.org/officeDocument/2006/relationships/image" Target="../media/image27.png"/><Relationship Id="rId10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8.png"/><Relationship Id="rId5" Type="http://schemas.openxmlformats.org/officeDocument/2006/relationships/image" Target="../media/image2.pn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8.png"/><Relationship Id="rId5" Type="http://schemas.openxmlformats.org/officeDocument/2006/relationships/image" Target="../media/image2.pn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28.png"/><Relationship Id="rId5" Type="http://schemas.openxmlformats.org/officeDocument/2006/relationships/image" Target="../media/image1.png"/><Relationship Id="rId10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pic>
        <p:nvPicPr>
          <p:cNvPr id="3" name="Picture 2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20608013-0BE5-F9B9-1833-FB4D9DDF0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80" y="1343025"/>
            <a:ext cx="1276350" cy="127635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FF31AFC-57CA-DAFF-7C72-6746FB594DA5}"/>
              </a:ext>
            </a:extLst>
          </p:cNvPr>
          <p:cNvGrpSpPr/>
          <p:nvPr/>
        </p:nvGrpSpPr>
        <p:grpSpPr>
          <a:xfrm>
            <a:off x="6767512" y="280987"/>
            <a:ext cx="1495426" cy="1495426"/>
            <a:chOff x="6767512" y="280987"/>
            <a:chExt cx="1495426" cy="1495426"/>
          </a:xfrm>
        </p:grpSpPr>
        <p:pic>
          <p:nvPicPr>
            <p:cNvPr id="4" name="Picture 3" descr="A picture containing screenshot, electric blue, graphics, design&#10;&#10;Description automatically generated">
              <a:extLst>
                <a:ext uri="{FF2B5EF4-FFF2-40B4-BE49-F238E27FC236}">
                  <a16:creationId xmlns:a16="http://schemas.microsoft.com/office/drawing/2014/main" id="{7CDD5BB5-4BA0-6B58-2A08-3A53FA182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7512" y="280987"/>
              <a:ext cx="1495426" cy="149542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546534-4636-3233-1EFC-D51781F68956}"/>
                </a:ext>
              </a:extLst>
            </p:cNvPr>
            <p:cNvSpPr txBox="1"/>
            <p:nvPr/>
          </p:nvSpPr>
          <p:spPr>
            <a:xfrm>
              <a:off x="6915150" y="890201"/>
              <a:ext cx="132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solidFill>
                    <a:srgbClr val="002060"/>
                  </a:solidFill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Genome.fasta</a:t>
              </a:r>
              <a:endParaRPr lang="en-US" sz="1200" b="1" dirty="0">
                <a:solidFill>
                  <a:srgbClr val="00206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35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6960401" y="636110"/>
            <a:ext cx="820800" cy="4392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7973300" y="636110"/>
            <a:ext cx="820800" cy="4392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2TTG..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1A83822-13E9-992D-9C8B-BB8403851678}"/>
              </a:ext>
            </a:extLst>
          </p:cNvPr>
          <p:cNvSpPr/>
          <p:nvPr/>
        </p:nvSpPr>
        <p:spPr>
          <a:xfrm>
            <a:off x="6963342" y="1173529"/>
            <a:ext cx="820800" cy="4392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8001000" y="1173529"/>
            <a:ext cx="820800" cy="4392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4GTG..</a:t>
            </a:r>
          </a:p>
        </p:txBody>
      </p:sp>
      <p:pic>
        <p:nvPicPr>
          <p:cNvPr id="59" name="Picture 58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AF8BF3DE-9D6C-4DD4-2A93-26EDD7F7F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80" y="1343025"/>
            <a:ext cx="1276350" cy="127635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83CC0F64-3F34-8EBB-82D2-3220B956963A}"/>
              </a:ext>
            </a:extLst>
          </p:cNvPr>
          <p:cNvSpPr/>
          <p:nvPr/>
        </p:nvSpPr>
        <p:spPr>
          <a:xfrm>
            <a:off x="86029" y="104774"/>
            <a:ext cx="1514476" cy="409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b="1" dirty="0"/>
              <a:t>Make Chunks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C05D1B-0C5D-9E01-1C8A-08CBB0C8CAD8}"/>
              </a:ext>
            </a:extLst>
          </p:cNvPr>
          <p:cNvGrpSpPr/>
          <p:nvPr/>
        </p:nvGrpSpPr>
        <p:grpSpPr>
          <a:xfrm>
            <a:off x="6767512" y="280987"/>
            <a:ext cx="1495426" cy="1495426"/>
            <a:chOff x="6767512" y="280987"/>
            <a:chExt cx="1495426" cy="1495426"/>
          </a:xfrm>
        </p:grpSpPr>
        <p:pic>
          <p:nvPicPr>
            <p:cNvPr id="3" name="Picture 2" descr="A picture containing screenshot, electric blue, graphics, design&#10;&#10;Description automatically generated">
              <a:extLst>
                <a:ext uri="{FF2B5EF4-FFF2-40B4-BE49-F238E27FC236}">
                  <a16:creationId xmlns:a16="http://schemas.microsoft.com/office/drawing/2014/main" id="{02F11AA6-1F3D-4B0D-12C9-FA33A2376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7512" y="280987"/>
              <a:ext cx="1495426" cy="149542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890A27-A5DB-1E0F-14A1-10FAAB7F81F8}"/>
                </a:ext>
              </a:extLst>
            </p:cNvPr>
            <p:cNvSpPr txBox="1"/>
            <p:nvPr/>
          </p:nvSpPr>
          <p:spPr>
            <a:xfrm>
              <a:off x="6915150" y="890201"/>
              <a:ext cx="1323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solidFill>
                    <a:srgbClr val="002060"/>
                  </a:solidFill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Genome.fasta</a:t>
              </a:r>
              <a:endParaRPr lang="en-US" sz="1200" b="1" dirty="0">
                <a:solidFill>
                  <a:srgbClr val="00206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013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1" grpId="0" animBg="1"/>
      <p:bldP spid="52" grpId="0" animBg="1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1E8B27-B9BB-A2BF-7747-513385013465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 flipH="1">
            <a:off x="2314575" y="1847850"/>
            <a:ext cx="37814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478809-4838-350C-8994-EF62DC977A98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4229100" y="1847850"/>
            <a:ext cx="1866900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EFE66D-13F0-BF5F-6AA7-5509B87BA4A8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6096000" y="1847850"/>
            <a:ext cx="476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C07D8C-1ECF-DC10-D4EC-9D6CD55943C7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6096000" y="1847850"/>
            <a:ext cx="1962150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6960401" y="559910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8029575" y="53525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8029575" y="1105828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80" y="1343025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409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Post Chunks To Slaves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6960401" y="1102835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6985763" y="573673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8029575" y="542400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8011249" y="1096095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6978727" y="1096095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</p:spTree>
    <p:extLst>
      <p:ext uri="{BB962C8B-B14F-4D97-AF65-F5344CB8AC3E}">
        <p14:creationId xmlns:p14="http://schemas.microsoft.com/office/powerpoint/2010/main" val="186143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7.40741E-7 L -0.4168 0.6226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46" y="31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01389 L -0.50235 0.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17" y="3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6 L -0.34531 0.62824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66" y="31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.00694 L -0.25911 0.61944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56" y="30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-0.10143 0.54537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78" y="27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125 L -0.18672 0.62222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58" y="30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96296E-6 L -0.02891 0.5449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" y="27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50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.00694 L 0.06015 0.70023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8" y="3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1" grpId="0" animBg="1"/>
      <p:bldP spid="53" grpId="0" animBg="1"/>
      <p:bldP spid="3" grpId="0" animBg="1"/>
      <p:bldP spid="2" grpId="0" animBg="1"/>
      <p:bldP spid="9" grpId="0" animBg="1"/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409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Request From User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1CB9BD-5910-6171-4608-341C6A82B260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E35008-17D0-C7EC-F83C-A2090AD80D8F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4FD88E-EB8C-DBE8-2847-252841C71641}"/>
              </a:ext>
            </a:extLst>
          </p:cNvPr>
          <p:cNvSpPr txBox="1"/>
          <p:nvPr/>
        </p:nvSpPr>
        <p:spPr>
          <a:xfrm>
            <a:off x="6915150" y="730800"/>
            <a:ext cx="1769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4184A9"/>
                </a:solidFill>
              </a:rPr>
              <a:t>Implement </a:t>
            </a:r>
          </a:p>
          <a:p>
            <a:r>
              <a:rPr lang="en-US" sz="2000" b="1" dirty="0">
                <a:solidFill>
                  <a:srgbClr val="4184A9"/>
                </a:solidFill>
              </a:rPr>
              <a:t>MapReduce</a:t>
            </a:r>
          </a:p>
        </p:txBody>
      </p:sp>
    </p:spTree>
    <p:extLst>
      <p:ext uri="{BB962C8B-B14F-4D97-AF65-F5344CB8AC3E}">
        <p14:creationId xmlns:p14="http://schemas.microsoft.com/office/powerpoint/2010/main" val="130390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95347" cy="409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Implement MapReduce Function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4FD88E-EB8C-DBE8-2847-252841C71641}"/>
              </a:ext>
            </a:extLst>
          </p:cNvPr>
          <p:cNvSpPr txBox="1"/>
          <p:nvPr/>
        </p:nvSpPr>
        <p:spPr>
          <a:xfrm>
            <a:off x="6915150" y="730800"/>
            <a:ext cx="1769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4184A9"/>
                </a:solidFill>
              </a:rPr>
              <a:t>Implement </a:t>
            </a:r>
          </a:p>
          <a:p>
            <a:r>
              <a:rPr lang="en-US" sz="2000" b="1" dirty="0">
                <a:solidFill>
                  <a:srgbClr val="4184A9"/>
                </a:solidFill>
              </a:rPr>
              <a:t>MapReduce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75F95E-EBA7-5339-F705-ACAE6E64D749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" name="Picture 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30ED3A07-EFFC-0676-53C6-32B04395D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A1D4DB-A4C3-8834-FEE7-EE1F8F909CA3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23038E-6A1B-DC61-9D91-9A79A9F4AE7D}"/>
              </a:ext>
            </a:extLst>
          </p:cNvPr>
          <p:cNvGrpSpPr/>
          <p:nvPr/>
        </p:nvGrpSpPr>
        <p:grpSpPr>
          <a:xfrm>
            <a:off x="7816824" y="738284"/>
            <a:ext cx="1088464" cy="946795"/>
            <a:chOff x="9561157" y="5195706"/>
            <a:chExt cx="1088464" cy="94679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6A077E-A749-5847-390D-7AE394E4E310}"/>
                </a:ext>
              </a:extLst>
            </p:cNvPr>
            <p:cNvSpPr txBox="1"/>
            <p:nvPr/>
          </p:nvSpPr>
          <p:spPr>
            <a:xfrm>
              <a:off x="9561157" y="5834724"/>
              <a:ext cx="1088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2060"/>
                  </a:solidFill>
                </a:rPr>
                <a:t>Reducer</a:t>
              </a:r>
              <a:endParaRPr 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41" name="Picture 40" descr="A picture containing circle, graphics, gear, design&#10;&#10;Description automatically generated">
              <a:extLst>
                <a:ext uri="{FF2B5EF4-FFF2-40B4-BE49-F238E27FC236}">
                  <a16:creationId xmlns:a16="http://schemas.microsoft.com/office/drawing/2014/main" id="{B0EFF11C-19A3-931D-1757-01A2ED2AA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389" y="5195706"/>
              <a:ext cx="720000" cy="720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5CEAF2A-967F-E987-3A16-208CBCC7546A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46" name="Picture 45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7F0A421A-3B2A-1399-B9C0-DEBE15969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97C1ABD-4EA8-14A6-7DCC-FB904A12A9BB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940795-45BD-92F0-090F-8AECC45FA159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0" name="Picture 49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9EA49428-E74D-7F54-8A2D-9EE20D95C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85853D-3AA1-70C1-DF69-A7F4D7CF69E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0B3944-8AF6-87B6-19A1-0EA15FFED3D6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5" name="Picture 5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18011EAF-D201-15F6-00C3-E16646E9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0534F90-A19B-C7EA-EB3F-19CAE6B7033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9582A1-F94D-2EED-4AA9-E8BE5D88235D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CEE5799-1885-710D-CDA6-8F1F3A3D59B4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</p:spTree>
    <p:extLst>
      <p:ext uri="{BB962C8B-B14F-4D97-AF65-F5344CB8AC3E}">
        <p14:creationId xmlns:p14="http://schemas.microsoft.com/office/powerpoint/2010/main" val="80159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AD36C9-3523-175A-792A-E73090EC2491}"/>
              </a:ext>
            </a:extLst>
          </p:cNvPr>
          <p:cNvGrpSpPr/>
          <p:nvPr/>
        </p:nvGrpSpPr>
        <p:grpSpPr>
          <a:xfrm>
            <a:off x="7816824" y="738284"/>
            <a:ext cx="1088464" cy="946795"/>
            <a:chOff x="9561157" y="5195706"/>
            <a:chExt cx="1088464" cy="94679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AEC518-343A-2D43-4EE7-1ADF734EB25A}"/>
                </a:ext>
              </a:extLst>
            </p:cNvPr>
            <p:cNvSpPr txBox="1"/>
            <p:nvPr/>
          </p:nvSpPr>
          <p:spPr>
            <a:xfrm>
              <a:off x="9561157" y="5834724"/>
              <a:ext cx="1088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2060"/>
                  </a:solidFill>
                </a:rPr>
                <a:t>Reducer</a:t>
              </a:r>
              <a:endParaRPr 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15" name="Picture 14" descr="A picture containing circle, graphics, gear, design&#10;&#10;Description automatically generated">
              <a:extLst>
                <a:ext uri="{FF2B5EF4-FFF2-40B4-BE49-F238E27FC236}">
                  <a16:creationId xmlns:a16="http://schemas.microsoft.com/office/drawing/2014/main" id="{4D76260E-6706-EA79-AAEC-A041E5ECA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389" y="5195706"/>
              <a:ext cx="720000" cy="720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1E8B27-B9BB-A2BF-7747-513385013465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2314575" y="1847850"/>
            <a:ext cx="37814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478809-4838-350C-8994-EF62DC977A98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4229100" y="1847850"/>
            <a:ext cx="1866900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EFE66D-13F0-BF5F-6AA7-5509B87BA4A8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6096000" y="1847850"/>
            <a:ext cx="476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C07D8C-1ECF-DC10-D4EC-9D6CD55943C7}"/>
              </a:ext>
            </a:extLst>
          </p:cNvPr>
          <p:cNvCxnSpPr>
            <a:cxnSpLocks/>
            <a:stCxn id="11" idx="2"/>
            <a:endCxn id="33" idx="0"/>
          </p:cNvCxnSpPr>
          <p:nvPr/>
        </p:nvCxnSpPr>
        <p:spPr>
          <a:xfrm>
            <a:off x="6096000" y="1847850"/>
            <a:ext cx="387667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62388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Distributed Map and Reduce to slaves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75F95E-EBA7-5339-F705-ACAE6E64D749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" name="Picture 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30ED3A07-EFFC-0676-53C6-32B04395D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A1D4DB-A4C3-8834-FEE7-EE1F8F909CA3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5CEAF2A-967F-E987-3A16-208CBCC7546A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46" name="Picture 45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7F0A421A-3B2A-1399-B9C0-DEBE15969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97C1ABD-4EA8-14A6-7DCC-FB904A12A9BB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940795-45BD-92F0-090F-8AECC45FA159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0" name="Picture 49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9EA49428-E74D-7F54-8A2D-9EE20D95C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85853D-3AA1-70C1-DF69-A7F4D7CF69E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0B3944-8AF6-87B6-19A1-0EA15FFED3D6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5" name="Picture 5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18011EAF-D201-15F6-00C3-E16646E9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0534F90-A19B-C7EA-EB3F-19CAE6B7033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920458-5387-2F4E-8FE4-53782696FC01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6096000" y="1847850"/>
            <a:ext cx="1962150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0DD5EEE-81C8-CE0E-A67C-D2C049789FD9}"/>
              </a:ext>
            </a:extLst>
          </p:cNvPr>
          <p:cNvSpPr txBox="1"/>
          <p:nvPr/>
        </p:nvSpPr>
        <p:spPr>
          <a:xfrm rot="19802440">
            <a:off x="2546465" y="2934482"/>
            <a:ext cx="1987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10E9F4-7D10-093A-9854-12F70D3E721F}"/>
              </a:ext>
            </a:extLst>
          </p:cNvPr>
          <p:cNvSpPr txBox="1"/>
          <p:nvPr/>
        </p:nvSpPr>
        <p:spPr>
          <a:xfrm rot="18802926">
            <a:off x="3730694" y="3019744"/>
            <a:ext cx="1987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9CD5CB-8621-C076-285E-AA89010DEBBB}"/>
              </a:ext>
            </a:extLst>
          </p:cNvPr>
          <p:cNvSpPr txBox="1"/>
          <p:nvPr/>
        </p:nvSpPr>
        <p:spPr>
          <a:xfrm rot="16200000">
            <a:off x="5029160" y="2803644"/>
            <a:ext cx="190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DCD1BE-223E-620D-DE3B-C2994BE51B23}"/>
              </a:ext>
            </a:extLst>
          </p:cNvPr>
          <p:cNvSpPr txBox="1"/>
          <p:nvPr/>
        </p:nvSpPr>
        <p:spPr>
          <a:xfrm rot="2881577">
            <a:off x="6423294" y="2883437"/>
            <a:ext cx="190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87ECB0-7AE4-F409-2FB6-DD3F2D23EFB8}"/>
              </a:ext>
            </a:extLst>
          </p:cNvPr>
          <p:cNvSpPr txBox="1"/>
          <p:nvPr/>
        </p:nvSpPr>
        <p:spPr>
          <a:xfrm rot="1830378">
            <a:off x="7060781" y="2675839"/>
            <a:ext cx="2280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Reduce Function To Slave #5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708812-E5B5-A196-7E98-CDE136DCD1EC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5FD00E9-86EC-A5AB-5B0A-C47CF781B29F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</p:spTree>
    <p:extLst>
      <p:ext uri="{BB962C8B-B14F-4D97-AF65-F5344CB8AC3E}">
        <p14:creationId xmlns:p14="http://schemas.microsoft.com/office/powerpoint/2010/main" val="104561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-0.35729 0.4851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65" y="242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-0.20287 0.4851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43" y="2425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-0.04584 0.4851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2425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0.11093 0.4851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2425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7 L 0.10299 -3.7037E-7 C 0.14922 -3.7037E-7 0.20612 0.13403 0.20612 0.24306 L 0.20612 0.48611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99" y="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7" grpId="0"/>
      <p:bldP spid="58" grpId="0"/>
      <p:bldP spid="59" grpId="0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56780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Map Function Began the work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40" name="Picture 39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92974B09-F054-ACD7-36EC-7F727CE350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14:cNvPr>
              <p14:cNvContentPartPr/>
              <p14:nvPr/>
            </p14:nvContentPartPr>
            <p14:xfrm>
              <a:off x="10875760" y="4423560"/>
              <a:ext cx="87840" cy="6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57760" y="4405560"/>
                <a:ext cx="12348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Picture 64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391F0DA-B0DD-49DC-3937-F5B551AA17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4CE944-E45E-898C-C9F8-086CD728879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0FC7EE-B402-B223-5D89-83C2FBBF99C7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F27E40-0E2F-B120-616A-4D22766FC9F5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67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409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Post Chunks To Slaves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40" name="Picture 39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92974B09-F054-ACD7-36EC-7F727CE3506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14:cNvPr>
              <p14:cNvContentPartPr/>
              <p14:nvPr/>
            </p14:nvContentPartPr>
            <p14:xfrm>
              <a:off x="10875760" y="4423560"/>
              <a:ext cx="87840" cy="6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57760" y="4405560"/>
                <a:ext cx="12348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Picture 64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391F0DA-B0DD-49DC-3937-F5B551AA17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929" y="4423560"/>
            <a:ext cx="354496" cy="35449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38E2CB0-A68B-5B4C-091D-3AA3907EA152}"/>
              </a:ext>
            </a:extLst>
          </p:cNvPr>
          <p:cNvGrpSpPr/>
          <p:nvPr/>
        </p:nvGrpSpPr>
        <p:grpSpPr>
          <a:xfrm>
            <a:off x="1678138" y="5276903"/>
            <a:ext cx="1288800" cy="1389600"/>
            <a:chOff x="414731" y="4191053"/>
            <a:chExt cx="1337925" cy="152013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EA4CB74-8ABF-555A-C196-C08382C84D5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" name="Picture 1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E5CB63D-CF96-0AE0-DB13-2B324F765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1" name="Picture 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0D1C5AD-F41F-7B1D-0FA5-C61E9DA7AE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227E28-FD6F-E1DB-F9D1-397FBD8113F3}"/>
                </a:ext>
              </a:extLst>
            </p:cNvPr>
            <p:cNvSpPr txBox="1"/>
            <p:nvPr/>
          </p:nvSpPr>
          <p:spPr>
            <a:xfrm>
              <a:off x="669231" y="446117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85EEC-A4E6-1AC1-BB03-C0CF29CDCDD8}"/>
                </a:ext>
              </a:extLst>
            </p:cNvPr>
            <p:cNvSpPr txBox="1"/>
            <p:nvPr/>
          </p:nvSpPr>
          <p:spPr>
            <a:xfrm>
              <a:off x="680452" y="4778056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58E304-6DC5-8AF8-6094-5723EF55482A}"/>
                </a:ext>
              </a:extLst>
            </p:cNvPr>
            <p:cNvSpPr txBox="1"/>
            <p:nvPr/>
          </p:nvSpPr>
          <p:spPr>
            <a:xfrm>
              <a:off x="676445" y="5090140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AB50E4-56D6-41E5-E8DA-5A67EA1F18E1}"/>
                </a:ext>
              </a:extLst>
            </p:cNvPr>
            <p:cNvSpPr txBox="1"/>
            <p:nvPr/>
          </p:nvSpPr>
          <p:spPr>
            <a:xfrm>
              <a:off x="666827" y="5381745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A1A51F-C653-A9C2-22CF-DAACBA598A34}"/>
                </a:ext>
              </a:extLst>
            </p:cNvPr>
            <p:cNvSpPr txBox="1"/>
            <p:nvPr/>
          </p:nvSpPr>
          <p:spPr>
            <a:xfrm>
              <a:off x="1041781" y="450058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6888E-96DA-A823-A327-880DC82CECAB}"/>
                </a:ext>
              </a:extLst>
            </p:cNvPr>
            <p:cNvSpPr txBox="1"/>
            <p:nvPr/>
          </p:nvSpPr>
          <p:spPr>
            <a:xfrm>
              <a:off x="1041781" y="482422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7BACFA-E134-25B0-7315-DAACB3FD3075}"/>
                </a:ext>
              </a:extLst>
            </p:cNvPr>
            <p:cNvSpPr txBox="1"/>
            <p:nvPr/>
          </p:nvSpPr>
          <p:spPr>
            <a:xfrm>
              <a:off x="1041781" y="512611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256E46-BBD0-2E49-931E-3AAAAA859A3C}"/>
                </a:ext>
              </a:extLst>
            </p:cNvPr>
            <p:cNvSpPr txBox="1"/>
            <p:nvPr/>
          </p:nvSpPr>
          <p:spPr>
            <a:xfrm>
              <a:off x="1041781" y="541075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6CC6BD7-BB9B-0895-160B-51F2BC7D11B2}"/>
              </a:ext>
            </a:extLst>
          </p:cNvPr>
          <p:cNvGrpSpPr/>
          <p:nvPr/>
        </p:nvGrpSpPr>
        <p:grpSpPr>
          <a:xfrm>
            <a:off x="3668013" y="5276903"/>
            <a:ext cx="1288800" cy="1389600"/>
            <a:chOff x="7932112" y="1485450"/>
            <a:chExt cx="1337925" cy="152013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B20B668-6F90-232E-76E9-ABC7DB28EFE3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57" name="Picture 5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C45033B-36B1-DF50-88B5-A0AF84F706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8" name="Picture 5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E7442A1-1CF5-42CA-0A27-9E497B4D50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9C43662-B76F-4242-B78B-F192A3C65E56}"/>
                </a:ext>
              </a:extLst>
            </p:cNvPr>
            <p:cNvSpPr txBox="1"/>
            <p:nvPr/>
          </p:nvSpPr>
          <p:spPr>
            <a:xfrm>
              <a:off x="8186612" y="1755571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BE2C40A-7D33-3CDC-7E61-C162FD7E5B9B}"/>
                </a:ext>
              </a:extLst>
            </p:cNvPr>
            <p:cNvSpPr txBox="1"/>
            <p:nvPr/>
          </p:nvSpPr>
          <p:spPr>
            <a:xfrm>
              <a:off x="8197833" y="2072453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FD162F-D456-BEBA-B000-293617C60F69}"/>
                </a:ext>
              </a:extLst>
            </p:cNvPr>
            <p:cNvSpPr txBox="1"/>
            <p:nvPr/>
          </p:nvSpPr>
          <p:spPr>
            <a:xfrm>
              <a:off x="8193826" y="2384537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A5AA418-FBA6-5C9E-9B89-405E35AFF68A}"/>
                </a:ext>
              </a:extLst>
            </p:cNvPr>
            <p:cNvSpPr txBox="1"/>
            <p:nvPr/>
          </p:nvSpPr>
          <p:spPr>
            <a:xfrm>
              <a:off x="8184208" y="2676142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00AA51D-DB95-C8C6-BE15-ACF6E64F28F7}"/>
                </a:ext>
              </a:extLst>
            </p:cNvPr>
            <p:cNvSpPr txBox="1"/>
            <p:nvPr/>
          </p:nvSpPr>
          <p:spPr>
            <a:xfrm>
              <a:off x="8559162" y="179498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7E673B1-99DD-82E1-1AE1-C071A80B4494}"/>
                </a:ext>
              </a:extLst>
            </p:cNvPr>
            <p:cNvSpPr txBox="1"/>
            <p:nvPr/>
          </p:nvSpPr>
          <p:spPr>
            <a:xfrm>
              <a:off x="8559162" y="21186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8E6D7AF-FAA5-67E4-7F58-69A9023CEA47}"/>
                </a:ext>
              </a:extLst>
            </p:cNvPr>
            <p:cNvSpPr txBox="1"/>
            <p:nvPr/>
          </p:nvSpPr>
          <p:spPr>
            <a:xfrm>
              <a:off x="8559162" y="242051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5FF9E84-8BE9-65CE-1661-E50BE8DBF62F}"/>
                </a:ext>
              </a:extLst>
            </p:cNvPr>
            <p:cNvSpPr txBox="1"/>
            <p:nvPr/>
          </p:nvSpPr>
          <p:spPr>
            <a:xfrm>
              <a:off x="8559162" y="2705155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4E2E246-F3F8-5886-EDE8-175EB6BE4319}"/>
              </a:ext>
            </a:extLst>
          </p:cNvPr>
          <p:cNvGrpSpPr/>
          <p:nvPr/>
        </p:nvGrpSpPr>
        <p:grpSpPr>
          <a:xfrm>
            <a:off x="5599919" y="5253340"/>
            <a:ext cx="1288800" cy="1389600"/>
            <a:chOff x="10118099" y="1504743"/>
            <a:chExt cx="1337925" cy="1520136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A5FEEC2-CC70-6D85-62DF-726A3044A661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70" name="Picture 6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BE55190-8549-4E4D-B2CF-9DF6CE1A86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1" name="Picture 7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009434D6-D613-27C0-A40A-8CAEB46A2D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43B35D5-625C-8102-5C95-E2A8461BEC25}"/>
                </a:ext>
              </a:extLst>
            </p:cNvPr>
            <p:cNvSpPr txBox="1"/>
            <p:nvPr/>
          </p:nvSpPr>
          <p:spPr>
            <a:xfrm>
              <a:off x="10372599" y="177486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81740E6-2C91-4C9A-8DFE-95116A68C996}"/>
                </a:ext>
              </a:extLst>
            </p:cNvPr>
            <p:cNvSpPr txBox="1"/>
            <p:nvPr/>
          </p:nvSpPr>
          <p:spPr>
            <a:xfrm>
              <a:off x="10383820" y="2091746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81DA9BD-BBAA-6D1A-9F7E-243B14493628}"/>
                </a:ext>
              </a:extLst>
            </p:cNvPr>
            <p:cNvSpPr txBox="1"/>
            <p:nvPr/>
          </p:nvSpPr>
          <p:spPr>
            <a:xfrm>
              <a:off x="10379813" y="2403830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A049887-20FF-81A0-7EE4-1451B3F5FB60}"/>
                </a:ext>
              </a:extLst>
            </p:cNvPr>
            <p:cNvSpPr txBox="1"/>
            <p:nvPr/>
          </p:nvSpPr>
          <p:spPr>
            <a:xfrm>
              <a:off x="10370195" y="2695435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D26B914-4F7A-CFB0-D41B-CE087D6747F2}"/>
                </a:ext>
              </a:extLst>
            </p:cNvPr>
            <p:cNvSpPr txBox="1"/>
            <p:nvPr/>
          </p:nvSpPr>
          <p:spPr>
            <a:xfrm>
              <a:off x="10745149" y="181427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23A7B26-929B-90D6-4609-33DB26556F44}"/>
                </a:ext>
              </a:extLst>
            </p:cNvPr>
            <p:cNvSpPr txBox="1"/>
            <p:nvPr/>
          </p:nvSpPr>
          <p:spPr>
            <a:xfrm>
              <a:off x="10745149" y="213791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3A1AEA9-FBB1-7E20-03B5-C91F86B27371}"/>
                </a:ext>
              </a:extLst>
            </p:cNvPr>
            <p:cNvSpPr txBox="1"/>
            <p:nvPr/>
          </p:nvSpPr>
          <p:spPr>
            <a:xfrm>
              <a:off x="10745149" y="243980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253D5DD-4DD6-F87F-2F6D-703F4C8D2265}"/>
                </a:ext>
              </a:extLst>
            </p:cNvPr>
            <p:cNvSpPr txBox="1"/>
            <p:nvPr/>
          </p:nvSpPr>
          <p:spPr>
            <a:xfrm>
              <a:off x="10745149" y="272444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D76D122-7A18-E6B9-AA98-7EEDCA544F9F}"/>
              </a:ext>
            </a:extLst>
          </p:cNvPr>
          <p:cNvGrpSpPr/>
          <p:nvPr/>
        </p:nvGrpSpPr>
        <p:grpSpPr>
          <a:xfrm>
            <a:off x="7493810" y="5287507"/>
            <a:ext cx="1288800" cy="1389600"/>
            <a:chOff x="10496494" y="5041105"/>
            <a:chExt cx="1337925" cy="152013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E568A63-EEB5-4EE1-000A-D804E06CBF11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81" name="Picture 8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142DB30-F854-B259-C5DD-1D7C627384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2" name="Picture 8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38C7927-EA1C-EC90-DA1C-53D6DA32E7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E9E124D-DF66-A593-3358-332E7086BD3B}"/>
                </a:ext>
              </a:extLst>
            </p:cNvPr>
            <p:cNvSpPr txBox="1"/>
            <p:nvPr/>
          </p:nvSpPr>
          <p:spPr>
            <a:xfrm>
              <a:off x="10750994" y="5311226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EE0D562-93CC-496F-0585-87F9B2143D75}"/>
                </a:ext>
              </a:extLst>
            </p:cNvPr>
            <p:cNvSpPr txBox="1"/>
            <p:nvPr/>
          </p:nvSpPr>
          <p:spPr>
            <a:xfrm>
              <a:off x="10762215" y="5628108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9195BC7-3C28-EF27-819F-E3AB0393036D}"/>
                </a:ext>
              </a:extLst>
            </p:cNvPr>
            <p:cNvSpPr txBox="1"/>
            <p:nvPr/>
          </p:nvSpPr>
          <p:spPr>
            <a:xfrm>
              <a:off x="10758208" y="5940192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7A85C2C-FC86-5EE4-9DCD-889DFC948E09}"/>
                </a:ext>
              </a:extLst>
            </p:cNvPr>
            <p:cNvSpPr txBox="1"/>
            <p:nvPr/>
          </p:nvSpPr>
          <p:spPr>
            <a:xfrm>
              <a:off x="10748590" y="6231797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2FBAA71-094A-6FB8-3DFC-F660B9F1AA9B}"/>
                </a:ext>
              </a:extLst>
            </p:cNvPr>
            <p:cNvSpPr txBox="1"/>
            <p:nvPr/>
          </p:nvSpPr>
          <p:spPr>
            <a:xfrm>
              <a:off x="11123544" y="535064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7F9006E-F624-A9C1-366E-35512F2A5F73}"/>
                </a:ext>
              </a:extLst>
            </p:cNvPr>
            <p:cNvSpPr txBox="1"/>
            <p:nvPr/>
          </p:nvSpPr>
          <p:spPr>
            <a:xfrm>
              <a:off x="11123544" y="567427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E15EC5F-449A-4857-4401-78F9D2078B5B}"/>
                </a:ext>
              </a:extLst>
            </p:cNvPr>
            <p:cNvSpPr txBox="1"/>
            <p:nvPr/>
          </p:nvSpPr>
          <p:spPr>
            <a:xfrm>
              <a:off x="11123544" y="597616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B5D75D4-7B31-615A-501E-92B5F5C29BAC}"/>
                </a:ext>
              </a:extLst>
            </p:cNvPr>
            <p:cNvSpPr txBox="1"/>
            <p:nvPr/>
          </p:nvSpPr>
          <p:spPr>
            <a:xfrm>
              <a:off x="11123544" y="626081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AB37B980-44FE-3BAF-0539-13FF931A47C2}"/>
              </a:ext>
            </a:extLst>
          </p:cNvPr>
          <p:cNvSpPr/>
          <p:nvPr/>
        </p:nvSpPr>
        <p:spPr>
          <a:xfrm>
            <a:off x="8975736" y="2288725"/>
            <a:ext cx="1687468" cy="892625"/>
          </a:xfrm>
          <a:prstGeom prst="cloudCallout">
            <a:avLst>
              <a:gd name="adj1" fmla="val 57500"/>
              <a:gd name="adj2" fmla="val 63988"/>
            </a:avLst>
          </a:prstGeom>
          <a:noFill/>
          <a:ln w="9525" cap="flat" cmpd="sng" algn="ctr">
            <a:solidFill>
              <a:srgbClr val="3FD8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4B5B2"/>
                </a:solidFill>
              </a:rPr>
              <a:t>Waiting To Get Inputs</a:t>
            </a:r>
          </a:p>
        </p:txBody>
      </p:sp>
    </p:spTree>
    <p:extLst>
      <p:ext uri="{BB962C8B-B14F-4D97-AF65-F5344CB8AC3E}">
        <p14:creationId xmlns:p14="http://schemas.microsoft.com/office/powerpoint/2010/main" val="71909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48148E-6 L 0.08086 -0.15833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36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Send IP Location Of Output from Each Slaves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38E2CB0-A68B-5B4C-091D-3AA3907EA152}"/>
              </a:ext>
            </a:extLst>
          </p:cNvPr>
          <p:cNvGrpSpPr/>
          <p:nvPr/>
        </p:nvGrpSpPr>
        <p:grpSpPr>
          <a:xfrm>
            <a:off x="1876414" y="5279082"/>
            <a:ext cx="804874" cy="784049"/>
            <a:chOff x="414731" y="4191053"/>
            <a:chExt cx="1337925" cy="158590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EA4CB74-8ABF-555A-C196-C08382C84D5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" name="Picture 1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E5CB63D-CF96-0AE0-DB13-2B324F765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1" name="Picture 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0D1C5AD-F41F-7B1D-0FA5-C61E9DA7AE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227E28-FD6F-E1DB-F9D1-397FBD8113F3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85EEC-A4E6-1AC1-BB03-C0CF29CDCDD8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58E304-6DC5-8AF8-6094-5723EF55482A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AB50E4-56D6-41E5-E8DA-5A67EA1F18E1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A1A51F-C653-A9C2-22CF-DAACBA598A3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6888E-96DA-A823-A327-880DC82CECA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7BACFA-E134-25B0-7315-DAACB3FD3075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256E46-BBD0-2E49-931E-3AAAAA859A3C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7908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98651-6C84-ABD7-8577-4509D3A25AD0}"/>
              </a:ext>
            </a:extLst>
          </p:cNvPr>
          <p:cNvGrpSpPr/>
          <p:nvPr/>
        </p:nvGrpSpPr>
        <p:grpSpPr>
          <a:xfrm>
            <a:off x="1242174" y="4763858"/>
            <a:ext cx="720000" cy="701738"/>
            <a:chOff x="8367409" y="1980699"/>
            <a:chExt cx="877052" cy="907941"/>
          </a:xfrm>
        </p:grpSpPr>
        <p:pic>
          <p:nvPicPr>
            <p:cNvPr id="9" name="Picture 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4AEE0C7C-626A-A4DF-1D9E-8E31F85D9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1C7B9F-4ED3-A04A-E116-929A8E0C6324}"/>
                </a:ext>
              </a:extLst>
            </p:cNvPr>
            <p:cNvSpPr txBox="1"/>
            <p:nvPr/>
          </p:nvSpPr>
          <p:spPr>
            <a:xfrm>
              <a:off x="8666677" y="2450603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3237548" y="4812867"/>
            <a:ext cx="720000" cy="701738"/>
            <a:chOff x="9000373" y="1872114"/>
            <a:chExt cx="877052" cy="907941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299641" y="2342018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5176470" y="4822666"/>
            <a:ext cx="720000" cy="701738"/>
            <a:chOff x="7667974" y="1880434"/>
            <a:chExt cx="877052" cy="907941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4" y="1880434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50338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7113483" y="4852222"/>
            <a:ext cx="720000" cy="701738"/>
            <a:chOff x="9212303" y="2181565"/>
            <a:chExt cx="877052" cy="907941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1" y="2651469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79" name="Picture 78" descr="A white face with two eyes and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11C829F6-4973-FA81-9856-67902393F5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707" y="388407"/>
            <a:ext cx="1280586" cy="1280586"/>
          </a:xfrm>
          <a:prstGeom prst="rect">
            <a:avLst/>
          </a:prstGeom>
        </p:spPr>
      </p:pic>
      <p:sp>
        <p:nvSpPr>
          <p:cNvPr id="80" name="Thought Bubble: Cloud 79">
            <a:extLst>
              <a:ext uri="{FF2B5EF4-FFF2-40B4-BE49-F238E27FC236}">
                <a16:creationId xmlns:a16="http://schemas.microsoft.com/office/drawing/2014/main" id="{E3E6A3D7-A817-A5E4-474B-7D769C152226}"/>
              </a:ext>
            </a:extLst>
          </p:cNvPr>
          <p:cNvSpPr/>
          <p:nvPr/>
        </p:nvSpPr>
        <p:spPr>
          <a:xfrm>
            <a:off x="6589163" y="1912460"/>
            <a:ext cx="1687468" cy="892625"/>
          </a:xfrm>
          <a:prstGeom prst="cloudCallout">
            <a:avLst>
              <a:gd name="adj1" fmla="val -76164"/>
              <a:gd name="adj2" fmla="val -63492"/>
            </a:avLst>
          </a:prstGeom>
          <a:noFill/>
          <a:ln w="9525" cap="flat" cmpd="sng" algn="ctr">
            <a:solidFill>
              <a:srgbClr val="4184A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4184A9"/>
                </a:solidFill>
              </a:rPr>
              <a:t>Get All IPs Successfully ☺</a:t>
            </a:r>
          </a:p>
        </p:txBody>
      </p:sp>
    </p:spTree>
    <p:extLst>
      <p:ext uri="{BB962C8B-B14F-4D97-AF65-F5344CB8AC3E}">
        <p14:creationId xmlns:p14="http://schemas.microsoft.com/office/powerpoint/2010/main" val="422207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33333E-6 L 0.46198 -0.6481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99" y="-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36172 -0.65532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86" y="-3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L 0.13828 -0.5425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4" y="-2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6 L 0.04193 -0.5469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96" y="-2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Send IPs from Master To </a:t>
            </a:r>
            <a:r>
              <a:rPr lang="en-US" b="1" dirty="0" err="1"/>
              <a:t>Reudcer</a:t>
            </a:r>
            <a:endParaRPr lang="en-US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38E2CB0-A68B-5B4C-091D-3AA3907EA152}"/>
              </a:ext>
            </a:extLst>
          </p:cNvPr>
          <p:cNvGrpSpPr/>
          <p:nvPr/>
        </p:nvGrpSpPr>
        <p:grpSpPr>
          <a:xfrm>
            <a:off x="1876414" y="5279082"/>
            <a:ext cx="804874" cy="784049"/>
            <a:chOff x="414731" y="4191053"/>
            <a:chExt cx="1337925" cy="158590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EA4CB74-8ABF-555A-C196-C08382C84D5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" name="Picture 1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E5CB63D-CF96-0AE0-DB13-2B324F765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1" name="Picture 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0D1C5AD-F41F-7B1D-0FA5-C61E9DA7AE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227E28-FD6F-E1DB-F9D1-397FBD8113F3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85EEC-A4E6-1AC1-BB03-C0CF29CDCDD8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58E304-6DC5-8AF8-6094-5723EF55482A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AB50E4-56D6-41E5-E8DA-5A67EA1F18E1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A1A51F-C653-A9C2-22CF-DAACBA598A3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6888E-96DA-A823-A327-880DC82CECA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7BACFA-E134-25B0-7315-DAACB3FD3075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256E46-BBD0-2E49-931E-3AAAAA859A3C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7908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98651-6C84-ABD7-8577-4509D3A25AD0}"/>
              </a:ext>
            </a:extLst>
          </p:cNvPr>
          <p:cNvGrpSpPr/>
          <p:nvPr/>
        </p:nvGrpSpPr>
        <p:grpSpPr>
          <a:xfrm>
            <a:off x="6929045" y="529284"/>
            <a:ext cx="536400" cy="507600"/>
            <a:chOff x="8367409" y="1980699"/>
            <a:chExt cx="877052" cy="877052"/>
          </a:xfrm>
        </p:grpSpPr>
        <p:pic>
          <p:nvPicPr>
            <p:cNvPr id="9" name="Picture 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4AEE0C7C-626A-A4DF-1D9E-8E31F85D9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1C7B9F-4ED3-A04A-E116-929A8E0C6324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7518325" y="529284"/>
            <a:ext cx="536400" cy="507600"/>
            <a:chOff x="9000373" y="1872114"/>
            <a:chExt cx="877052" cy="877052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299642" y="235285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6929045" y="1169364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7508165" y="1179524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77" name="Picture 76" descr="A blue emoji with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5AE5632E-407A-74B2-7B83-08927E8755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971" flipH="1">
            <a:off x="9100007" y="3295229"/>
            <a:ext cx="871321" cy="871321"/>
          </a:xfrm>
          <a:prstGeom prst="rect">
            <a:avLst/>
          </a:prstGeom>
        </p:spPr>
      </p:pic>
      <p:sp>
        <p:nvSpPr>
          <p:cNvPr id="78" name="Thought Bubble: Cloud 77">
            <a:extLst>
              <a:ext uri="{FF2B5EF4-FFF2-40B4-BE49-F238E27FC236}">
                <a16:creationId xmlns:a16="http://schemas.microsoft.com/office/drawing/2014/main" id="{43C9BF94-2A54-CE35-6AE8-D7D0F666D66B}"/>
              </a:ext>
            </a:extLst>
          </p:cNvPr>
          <p:cNvSpPr/>
          <p:nvPr/>
        </p:nvSpPr>
        <p:spPr>
          <a:xfrm>
            <a:off x="10021397" y="2831060"/>
            <a:ext cx="1391975" cy="777465"/>
          </a:xfrm>
          <a:prstGeom prst="cloudCallout">
            <a:avLst>
              <a:gd name="adj1" fmla="val -64943"/>
              <a:gd name="adj2" fmla="val 54800"/>
            </a:avLst>
          </a:prstGeom>
          <a:noFill/>
          <a:ln w="9525" cap="flat" cmpd="sng" algn="ctr">
            <a:solidFill>
              <a:srgbClr val="69A7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69A7FF"/>
                </a:solidFill>
              </a:rPr>
              <a:t>Finally</a:t>
            </a:r>
            <a:endParaRPr lang="en-US" b="1" dirty="0">
              <a:solidFill>
                <a:srgbClr val="69A7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6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7 L 0.20742 0.6638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65" y="3319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16667E-7 2.22222E-6 L 0.20885 0.6546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43" y="327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2.59259E-6 L 0.2125 0.662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25" y="3312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58333E-6 -3.7037E-7 L 0.2125 0.6615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25" y="3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38E2CB0-A68B-5B4C-091D-3AA3907EA152}"/>
              </a:ext>
            </a:extLst>
          </p:cNvPr>
          <p:cNvGrpSpPr/>
          <p:nvPr/>
        </p:nvGrpSpPr>
        <p:grpSpPr>
          <a:xfrm>
            <a:off x="1876414" y="5279082"/>
            <a:ext cx="804874" cy="784049"/>
            <a:chOff x="414731" y="4191053"/>
            <a:chExt cx="1337925" cy="158590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EA4CB74-8ABF-555A-C196-C08382C84D5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" name="Picture 1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E5CB63D-CF96-0AE0-DB13-2B324F765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1" name="Picture 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0D1C5AD-F41F-7B1D-0FA5-C61E9DA7AE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227E28-FD6F-E1DB-F9D1-397FBD8113F3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85EEC-A4E6-1AC1-BB03-C0CF29CDCDD8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58E304-6DC5-8AF8-6094-5723EF55482A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AB50E4-56D6-41E5-E8DA-5A67EA1F18E1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A1A51F-C653-A9C2-22CF-DAACBA598A3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6888E-96DA-A823-A327-880DC82CECA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7BACFA-E134-25B0-7315-DAACB3FD3075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256E46-BBD0-2E49-931E-3AAAAA859A3C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7908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98651-6C84-ABD7-8577-4509D3A25AD0}"/>
              </a:ext>
            </a:extLst>
          </p:cNvPr>
          <p:cNvGrpSpPr/>
          <p:nvPr/>
        </p:nvGrpSpPr>
        <p:grpSpPr>
          <a:xfrm>
            <a:off x="9506652" y="5097978"/>
            <a:ext cx="536400" cy="507600"/>
            <a:chOff x="8367409" y="1980699"/>
            <a:chExt cx="877052" cy="877052"/>
          </a:xfrm>
        </p:grpSpPr>
        <p:pic>
          <p:nvPicPr>
            <p:cNvPr id="9" name="Picture 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4AEE0C7C-626A-A4DF-1D9E-8E31F85D9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1C7B9F-4ED3-A04A-E116-929A8E0C6324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10095932" y="5097978"/>
            <a:ext cx="536400" cy="507600"/>
            <a:chOff x="9000373" y="1872114"/>
            <a:chExt cx="877052" cy="877052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299642" y="235285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73805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74821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6ADA0F41-BEBC-A373-B07B-DE328C69B982}"/>
              </a:ext>
            </a:extLst>
          </p:cNvPr>
          <p:cNvCxnSpPr>
            <a:cxnSpLocks/>
            <a:stCxn id="9" idx="1"/>
            <a:endCxn id="55" idx="2"/>
          </p:cNvCxnSpPr>
          <p:nvPr/>
        </p:nvCxnSpPr>
        <p:spPr>
          <a:xfrm rot="10800000" flipV="1">
            <a:off x="2393588" y="5351777"/>
            <a:ext cx="7113065" cy="711353"/>
          </a:xfrm>
          <a:prstGeom prst="curvedConnector4">
            <a:avLst>
              <a:gd name="adj1" fmla="val 2076"/>
              <a:gd name="adj2" fmla="val 132136"/>
            </a:avLst>
          </a:prstGeom>
          <a:ln w="28575"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04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38E2CB0-A68B-5B4C-091D-3AA3907EA152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EA4CB74-8ABF-555A-C196-C08382C84D5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" name="Picture 1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E5CB63D-CF96-0AE0-DB13-2B324F765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1" name="Picture 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0D1C5AD-F41F-7B1D-0FA5-C61E9DA7AE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227E28-FD6F-E1DB-F9D1-397FBD8113F3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85EEC-A4E6-1AC1-BB03-C0CF29CDCDD8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58E304-6DC5-8AF8-6094-5723EF55482A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AB50E4-56D6-41E5-E8DA-5A67EA1F18E1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A1A51F-C653-A9C2-22CF-DAACBA598A3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6888E-96DA-A823-A327-880DC82CECA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7BACFA-E134-25B0-7315-DAACB3FD3075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256E46-BBD0-2E49-931E-3AAAAA859A3C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82063" y="5319193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98651-6C84-ABD7-8577-4509D3A25AD0}"/>
              </a:ext>
            </a:extLst>
          </p:cNvPr>
          <p:cNvGrpSpPr/>
          <p:nvPr/>
        </p:nvGrpSpPr>
        <p:grpSpPr>
          <a:xfrm>
            <a:off x="9506652" y="5097978"/>
            <a:ext cx="536400" cy="507600"/>
            <a:chOff x="8367409" y="1980699"/>
            <a:chExt cx="877052" cy="877052"/>
          </a:xfrm>
        </p:grpSpPr>
        <p:pic>
          <p:nvPicPr>
            <p:cNvPr id="9" name="Picture 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4AEE0C7C-626A-A4DF-1D9E-8E31F85D9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1C7B9F-4ED3-A04A-E116-929A8E0C6324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10095932" y="5097978"/>
            <a:ext cx="536400" cy="507600"/>
            <a:chOff x="9000373" y="1872114"/>
            <a:chExt cx="877052" cy="877052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299642" y="235285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73805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74821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C8D68629-E8A6-9BC8-C78C-F451004A307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93588" y="5351777"/>
            <a:ext cx="7113065" cy="711353"/>
          </a:xfrm>
          <a:prstGeom prst="curvedConnector4">
            <a:avLst>
              <a:gd name="adj1" fmla="val 2076"/>
              <a:gd name="adj2" fmla="val 132136"/>
            </a:avLst>
          </a:prstGeom>
          <a:ln w="28575"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B77E4C95-EE11-E461-A8BC-2145AA55EC15}"/>
              </a:ext>
            </a:extLst>
          </p:cNvPr>
          <p:cNvCxnSpPr>
            <a:cxnSpLocks/>
            <a:stCxn id="61" idx="0"/>
            <a:endCxn id="104" idx="3"/>
          </p:cNvCxnSpPr>
          <p:nvPr/>
        </p:nvCxnSpPr>
        <p:spPr>
          <a:xfrm rot="16200000" flipH="1" flipV="1">
            <a:off x="7266380" y="2518534"/>
            <a:ext cx="518309" cy="5677195"/>
          </a:xfrm>
          <a:prstGeom prst="curvedConnector4">
            <a:avLst>
              <a:gd name="adj1" fmla="val -44105"/>
              <a:gd name="adj2" fmla="val 52362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A3BC05A-3356-BC59-5F9F-0855D73DFE20}"/>
              </a:ext>
            </a:extLst>
          </p:cNvPr>
          <p:cNvGrpSpPr/>
          <p:nvPr/>
        </p:nvGrpSpPr>
        <p:grpSpPr>
          <a:xfrm>
            <a:off x="3882063" y="5319193"/>
            <a:ext cx="804874" cy="784049"/>
            <a:chOff x="414731" y="4191053"/>
            <a:chExt cx="1337925" cy="1585909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B88F335A-7B6C-FDF3-6C40-F8F352E49328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79" name="Picture 17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3C0EA67-9C1C-30DD-5050-EB13021CCF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80" name="Picture 17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A999DF1-3B67-1041-6E28-1029ABD9F0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0C2FC6C-1482-EE0B-E1EE-2441BE72C98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0E26FC4-84BE-35C1-F535-1A32AC5FC2C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55849DFC-F066-29B4-63B2-222131876D33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A1CA47BE-7FB8-7D6B-1EE7-9EC514711E10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1E54AEA-BD95-31D6-141C-5760EC34C2A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08924C2-502F-290A-84D3-61FBC81990BA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B990000D-1272-8BF7-D85C-65AE3E3169AF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715370C-AAEF-C00C-0892-A3A348D1AC29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358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0.0412 L 0.16523 0.07917 C 0.19961 0.10671 0.2513 0.12268 0.3056 0.12268 C 0.36732 0.12268 0.4168 0.10671 0.45117 0.07917 L 0.6168 -0.0412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33" y="81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xit" presetSubtype="3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82063" y="5319193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10095932" y="5097978"/>
            <a:ext cx="536400" cy="507600"/>
            <a:chOff x="9000373" y="1872114"/>
            <a:chExt cx="877052" cy="877052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299642" y="235285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77615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78631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B77E4C95-EE11-E461-A8BC-2145AA55EC15}"/>
              </a:ext>
            </a:extLst>
          </p:cNvPr>
          <p:cNvCxnSpPr>
            <a:cxnSpLocks/>
            <a:stCxn id="61" idx="0"/>
            <a:endCxn id="104" idx="3"/>
          </p:cNvCxnSpPr>
          <p:nvPr/>
        </p:nvCxnSpPr>
        <p:spPr>
          <a:xfrm rot="16200000" flipH="1" flipV="1">
            <a:off x="7266380" y="2518534"/>
            <a:ext cx="518309" cy="5677195"/>
          </a:xfrm>
          <a:prstGeom prst="curvedConnector4">
            <a:avLst>
              <a:gd name="adj1" fmla="val -44105"/>
              <a:gd name="adj2" fmla="val 52362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A3BC05A-3356-BC59-5F9F-0855D73DFE20}"/>
              </a:ext>
            </a:extLst>
          </p:cNvPr>
          <p:cNvGrpSpPr/>
          <p:nvPr/>
        </p:nvGrpSpPr>
        <p:grpSpPr>
          <a:xfrm>
            <a:off x="3882063" y="5319193"/>
            <a:ext cx="804874" cy="784049"/>
            <a:chOff x="414731" y="4191053"/>
            <a:chExt cx="1337925" cy="1585909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B88F335A-7B6C-FDF3-6C40-F8F352E49328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79" name="Picture 17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3C0EA67-9C1C-30DD-5050-EB13021CCF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80" name="Picture 17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A999DF1-3B67-1041-6E28-1029ABD9F0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0C2FC6C-1482-EE0B-E1EE-2441BE72C98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0E26FC4-84BE-35C1-F535-1A32AC5FC2C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55849DFC-F066-29B4-63B2-222131876D33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A1CA47BE-7FB8-7D6B-1EE7-9EC514711E10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1E54AEA-BD95-31D6-141C-5760EC34C2A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08924C2-502F-290A-84D3-61FBC81990BA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B990000D-1272-8BF7-D85C-65AE3E3169AF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715370C-AAEF-C00C-0892-A3A348D1AC29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181" name="Picture 18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198ABBAE-D533-281C-25ED-91DD94B2A5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6" y="5191371"/>
            <a:ext cx="304800" cy="3048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6BAD274-0F31-3E8D-FE6D-BA8FB6D6D481}"/>
              </a:ext>
            </a:extLst>
          </p:cNvPr>
          <p:cNvGrpSpPr/>
          <p:nvPr/>
        </p:nvGrpSpPr>
        <p:grpSpPr>
          <a:xfrm>
            <a:off x="9341765" y="4992973"/>
            <a:ext cx="804874" cy="784049"/>
            <a:chOff x="414731" y="4191053"/>
            <a:chExt cx="1337925" cy="158590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6444A0A-9A12-93C8-49BB-C026BF8232EC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7" name="Picture 6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C57E622-E47A-61F4-4C1D-1ABBA33FD2F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8" name="Picture 6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0DE7B3C-0E0C-8608-6CA3-5404B1BD8B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56E1B17-9D26-F09A-BF7D-BC5EB1E83538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004A38D-5280-8B85-0A2A-390471AE7C9A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2F194F-1DA0-E551-1BC5-84EC4802CEAA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AAF453A-999D-0B13-0C7D-22F7B02FDD9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779A350-7961-CC63-77E9-651B0AD251DA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07058E5-CE2C-D569-191B-3F5C3B8AAB57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2742046-CFC1-0698-A6F8-BA837CA23019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FFFB829-D66A-1BD5-E983-CAA038F616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540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0.04792 L 0.13373 -0.08356 C 0.16146 -0.09167 0.20339 -0.09583 0.24714 -0.09583 C 0.29701 -0.09583 0.33711 -0.09167 0.36485 -0.08356 L 0.49883 -0.04792 " pathEditMode="relative" rAng="0" ptsTypes="AAAAA">
                                      <p:cBhvr>
                                        <p:cTn id="8" dur="2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35" y="-240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xit" presetSubtype="3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849832" y="53552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88055" y="6082112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124455" y="6069869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04D46493-D32B-5DEE-36B7-199FB3140961}"/>
              </a:ext>
            </a:extLst>
          </p:cNvPr>
          <p:cNvGrpSpPr/>
          <p:nvPr/>
        </p:nvGrpSpPr>
        <p:grpSpPr>
          <a:xfrm>
            <a:off x="9467212" y="4887590"/>
            <a:ext cx="1139734" cy="1095635"/>
            <a:chOff x="414731" y="4191053"/>
            <a:chExt cx="1337925" cy="156504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B83AF1-F0E7-E811-DE40-0B68453A474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76" name="Picture 7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8C61194-1226-CB97-BA74-5807C416C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7" name="Picture 7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04E91EB-3CF8-0C40-96C2-3669583E6A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15CD98-73B8-008D-A13A-6C45DE14AA19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66E63F-B0D4-92AD-C0F1-6DDDA0B4DF8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4CAF12-BEA7-CCE1-BB60-8F8BA997CB49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897D6A-58A3-A71C-2D55-CDF5A9FCCA3A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4D1BBC-0CFA-06F1-E6B1-C3DBA6989B10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520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8884BD-0977-70F2-DB77-870F7442FD02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1780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6D2F0F-2F39-7AFD-AD9D-223139C0C1AE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6CE9910-AED4-9C9E-99AC-819823D6E2CD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410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1290327-58B1-E826-6971-C02D9868A2AB}"/>
              </a:ext>
            </a:extLst>
          </p:cNvPr>
          <p:cNvGrpSpPr/>
          <p:nvPr/>
        </p:nvGrpSpPr>
        <p:grpSpPr>
          <a:xfrm>
            <a:off x="9970288" y="5074630"/>
            <a:ext cx="804874" cy="784049"/>
            <a:chOff x="414731" y="4191053"/>
            <a:chExt cx="1337925" cy="1585909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29F7AC8-2162-6A65-B417-F06A157EF608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89" name="Picture 8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92FDD074-410F-8CFE-A4A1-2B157198C7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90" name="Picture 8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C0812686-2F6C-39DE-1009-BD069F063D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87607AE-6CE9-327C-A025-16FB91C1E68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DA9F436-1A4A-7D0C-615D-CE82540DC441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645E66C-DE3F-12FF-7D20-18D35CD2880B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555DF68-3CC0-B3CF-A24F-4B49F1EACC1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D71AD2F-4F40-7DE0-CB16-DAD5929436A2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0B27138-5EF3-C9A2-3660-9562EFFA535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A821690-37DB-F306-8EF9-7802D975A54E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5FB4F8F-1029-1769-C7E2-58BA7455BCB3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25C67B0-3D0C-CA25-33C0-153C95B81A31}"/>
              </a:ext>
            </a:extLst>
          </p:cNvPr>
          <p:cNvGrpSpPr/>
          <p:nvPr/>
        </p:nvGrpSpPr>
        <p:grpSpPr>
          <a:xfrm>
            <a:off x="9322384" y="5079090"/>
            <a:ext cx="804874" cy="784049"/>
            <a:chOff x="414731" y="4191053"/>
            <a:chExt cx="1337925" cy="158590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519CE98-5BBC-841C-EC8D-921C29F17F99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6" name="Picture 13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2193B8E-DFD6-1745-3364-B037A7AD9A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37" name="Picture 13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16F96F2-6B78-BF38-465E-4CAD00F4BF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C8B63EE-A2A2-A3BF-FE70-1C6537919004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7E39276-5A9A-A674-A0DD-4F68A644507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B22583E-AB79-9557-D70F-203B8517C5C6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CFEFBC6-089B-2F67-92FC-D486EAC2E3C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A8B1D63-9586-0F41-CE9C-FCCA0283D022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49F3E89-68D2-45D2-F90A-03BDB2498946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C33CA03-4755-9678-051F-AAFEDAC56FF5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6528A5A-2BB1-7748-37F9-41CEC77D4A32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cxnSp>
        <p:nvCxnSpPr>
          <p:cNvPr id="138" name="Connector: Curved 137">
            <a:extLst>
              <a:ext uri="{FF2B5EF4-FFF2-40B4-BE49-F238E27FC236}">
                <a16:creationId xmlns:a16="http://schemas.microsoft.com/office/drawing/2014/main" id="{B0B48E85-2F9C-9503-70DB-DE9FED489346}"/>
              </a:ext>
            </a:extLst>
          </p:cNvPr>
          <p:cNvCxnSpPr>
            <a:cxnSpLocks/>
            <a:stCxn id="70" idx="1"/>
            <a:endCxn id="114" idx="2"/>
          </p:cNvCxnSpPr>
          <p:nvPr/>
        </p:nvCxnSpPr>
        <p:spPr>
          <a:xfrm rot="10800000">
            <a:off x="6367005" y="6139332"/>
            <a:ext cx="3221050" cy="196581"/>
          </a:xfrm>
          <a:prstGeom prst="curvedConnector2">
            <a:avLst/>
          </a:prstGeom>
          <a:ln w="28575">
            <a:solidFill>
              <a:srgbClr val="00206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7B12300-8052-ED04-2E1B-F34FFEAF50F8}"/>
              </a:ext>
            </a:extLst>
          </p:cNvPr>
          <p:cNvGrpSpPr/>
          <p:nvPr/>
        </p:nvGrpSpPr>
        <p:grpSpPr>
          <a:xfrm>
            <a:off x="5849832" y="5355282"/>
            <a:ext cx="804874" cy="784049"/>
            <a:chOff x="414731" y="4191053"/>
            <a:chExt cx="1337925" cy="1585909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8565760-904A-3B0D-4BF0-7AF41D30910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4" name="Picture 16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00786E0-F509-6A63-F564-F50E319E7F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5" name="Picture 16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CD2A36F-039D-2757-5848-D41532AEA1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778D6E7-1A70-D1A2-A4B5-FF8066CFD11E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DFDE3EF-7354-8FF6-2F09-515F539D77F2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B84A659-374E-6A8E-8A59-D15005D8ED33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A4F047D-2005-BC19-CFD5-7D24A7230468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5A37BE31-6488-4B51-6BF8-AFF5321C0ADA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65CF883-1F8F-EE5B-CF01-7414C485EB76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7B504EB-5958-9554-1EE0-927DB4CDD71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503488B-F04A-70B5-0397-BDC6DA9D9E1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14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849832" y="53552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88055" y="6082112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124455" y="6069869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04D46493-D32B-5DEE-36B7-199FB3140961}"/>
              </a:ext>
            </a:extLst>
          </p:cNvPr>
          <p:cNvGrpSpPr/>
          <p:nvPr/>
        </p:nvGrpSpPr>
        <p:grpSpPr>
          <a:xfrm>
            <a:off x="9467212" y="4887590"/>
            <a:ext cx="1139734" cy="1095635"/>
            <a:chOff x="414731" y="4191053"/>
            <a:chExt cx="1337925" cy="156504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B83AF1-F0E7-E811-DE40-0B68453A474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76" name="Picture 7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8C61194-1226-CB97-BA74-5807C416C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7" name="Picture 7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04E91EB-3CF8-0C40-96C2-3669583E6A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15CD98-73B8-008D-A13A-6C45DE14AA19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66E63F-B0D4-92AD-C0F1-6DDDA0B4DF8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4CAF12-BEA7-CCE1-BB60-8F8BA997CB49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897D6A-58A3-A71C-2D55-CDF5A9FCCA3A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4D1BBC-0CFA-06F1-E6B1-C3DBA6989B10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520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8884BD-0977-70F2-DB77-870F7442FD02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1780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6D2F0F-2F39-7AFD-AD9D-223139C0C1AE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6CE9910-AED4-9C9E-99AC-819823D6E2CD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410</a:t>
              </a:r>
            </a:p>
          </p:txBody>
        </p:sp>
      </p:grpSp>
      <p:cxnSp>
        <p:nvCxnSpPr>
          <p:cNvPr id="138" name="Connector: Curved 137">
            <a:extLst>
              <a:ext uri="{FF2B5EF4-FFF2-40B4-BE49-F238E27FC236}">
                <a16:creationId xmlns:a16="http://schemas.microsoft.com/office/drawing/2014/main" id="{B0B48E85-2F9C-9503-70DB-DE9FED489346}"/>
              </a:ext>
            </a:extLst>
          </p:cNvPr>
          <p:cNvCxnSpPr>
            <a:cxnSpLocks/>
            <a:stCxn id="70" idx="1"/>
            <a:endCxn id="114" idx="2"/>
          </p:cNvCxnSpPr>
          <p:nvPr/>
        </p:nvCxnSpPr>
        <p:spPr>
          <a:xfrm rot="10800000">
            <a:off x="6367005" y="6139332"/>
            <a:ext cx="3221050" cy="196581"/>
          </a:xfrm>
          <a:prstGeom prst="curvedConnector2">
            <a:avLst/>
          </a:prstGeom>
          <a:ln w="28575">
            <a:solidFill>
              <a:srgbClr val="00206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7B12300-8052-ED04-2E1B-F34FFEAF50F8}"/>
              </a:ext>
            </a:extLst>
          </p:cNvPr>
          <p:cNvGrpSpPr/>
          <p:nvPr/>
        </p:nvGrpSpPr>
        <p:grpSpPr>
          <a:xfrm>
            <a:off x="5849832" y="5355282"/>
            <a:ext cx="804874" cy="784049"/>
            <a:chOff x="414731" y="4191053"/>
            <a:chExt cx="1337925" cy="1585909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8565760-904A-3B0D-4BF0-7AF41D30910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4" name="Picture 16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00786E0-F509-6A63-F564-F50E319E7F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5" name="Picture 16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CD2A36F-039D-2757-5848-D41532AEA1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778D6E7-1A70-D1A2-A4B5-FF8066CFD11E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DFDE3EF-7354-8FF6-2F09-515F539D77F2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B84A659-374E-6A8E-8A59-D15005D8ED33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A4F047D-2005-BC19-CFD5-7D24A7230468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5A37BE31-6488-4B51-6BF8-AFF5321C0ADA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65CF883-1F8F-EE5B-CF01-7414C485EB76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7B504EB-5958-9554-1EE0-927DB4CDD71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503488B-F04A-70B5-0397-BDC6DA9D9E1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1B76E5-3AA8-A46F-43E1-325C88B06C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282" y="5183081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4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1 0.07848 L 0.08607 0.09422 C 0.10208 0.09792 0.12604 0.09977 0.15117 0.09977 C 0.17982 0.09977 0.20273 0.09792 0.21875 0.09422 L 0.2957 0.07848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10" y="106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7B12300-8052-ED04-2E1B-F34FFEAF50F8}"/>
              </a:ext>
            </a:extLst>
          </p:cNvPr>
          <p:cNvGrpSpPr/>
          <p:nvPr/>
        </p:nvGrpSpPr>
        <p:grpSpPr>
          <a:xfrm>
            <a:off x="9407665" y="5984917"/>
            <a:ext cx="804874" cy="784049"/>
            <a:chOff x="414731" y="4191053"/>
            <a:chExt cx="1337925" cy="1585909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8565760-904A-3B0D-4BF0-7AF41D30910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4" name="Picture 16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00786E0-F509-6A63-F564-F50E319E7F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5" name="Picture 16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CD2A36F-039D-2757-5848-D41532AEA1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778D6E7-1A70-D1A2-A4B5-FF8066CFD11E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DFDE3EF-7354-8FF6-2F09-515F539D77F2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B84A659-374E-6A8E-8A59-D15005D8ED33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A4F047D-2005-BC19-CFD5-7D24A7230468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5A37BE31-6488-4B51-6BF8-AFF5321C0ADA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65CF883-1F8F-EE5B-CF01-7414C485EB76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7B504EB-5958-9554-1EE0-927DB4CDD71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503488B-F04A-70B5-0397-BDC6DA9D9E1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849832" y="53552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F7222475-7B58-F1F7-87DF-21F046B0FAE2}"/>
              </a:ext>
            </a:extLst>
          </p:cNvPr>
          <p:cNvSpPr txBox="1"/>
          <p:nvPr/>
        </p:nvSpPr>
        <p:spPr>
          <a:xfrm>
            <a:off x="9771086" y="6362034"/>
            <a:ext cx="170337" cy="18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3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124473" y="6153481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04D46493-D32B-5DEE-36B7-199FB3140961}"/>
              </a:ext>
            </a:extLst>
          </p:cNvPr>
          <p:cNvGrpSpPr/>
          <p:nvPr/>
        </p:nvGrpSpPr>
        <p:grpSpPr>
          <a:xfrm>
            <a:off x="9467212" y="4887590"/>
            <a:ext cx="1139734" cy="1095635"/>
            <a:chOff x="414731" y="4191053"/>
            <a:chExt cx="1337925" cy="156504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B83AF1-F0E7-E811-DE40-0B68453A474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76" name="Picture 7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8C61194-1226-CB97-BA74-5807C416C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7" name="Picture 7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04E91EB-3CF8-0C40-96C2-3669583E6A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15CD98-73B8-008D-A13A-6C45DE14AA19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66E63F-B0D4-92AD-C0F1-6DDDA0B4DF8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4CAF12-BEA7-CCE1-BB60-8F8BA997CB49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897D6A-58A3-A71C-2D55-CDF5A9FCCA3A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4D1BBC-0CFA-06F1-E6B1-C3DBA6989B10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520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8884BD-0977-70F2-DB77-870F7442FD02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1780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6D2F0F-2F39-7AFD-AD9D-223139C0C1AE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6CE9910-AED4-9C9E-99AC-819823D6E2CD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410</a:t>
              </a:r>
            </a:p>
          </p:txBody>
        </p:sp>
      </p:grpSp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1B76E5-3AA8-A46F-43E1-325C88B06C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282" y="5183081"/>
            <a:ext cx="304800" cy="30480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756B2687-A268-0C0D-3AAF-DFEA939FD623}"/>
              </a:ext>
            </a:extLst>
          </p:cNvPr>
          <p:cNvGrpSpPr/>
          <p:nvPr/>
        </p:nvGrpSpPr>
        <p:grpSpPr>
          <a:xfrm>
            <a:off x="9314180" y="4827285"/>
            <a:ext cx="1466118" cy="1308395"/>
            <a:chOff x="414731" y="4191053"/>
            <a:chExt cx="1337925" cy="1529554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F2E7BCB-548B-71C6-A959-97ADE1828CE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82" name="Picture 8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DEA16B4-85EB-CF23-028C-0CDCFC706A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3" name="Picture 8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BC59BE2-E52B-5534-18BD-72079637F9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ABBE2F8-EBDD-A555-A542-7AA3BDA670A6}"/>
                </a:ext>
              </a:extLst>
            </p:cNvPr>
            <p:cNvSpPr txBox="1"/>
            <p:nvPr/>
          </p:nvSpPr>
          <p:spPr>
            <a:xfrm>
              <a:off x="681065" y="4458377"/>
              <a:ext cx="260679" cy="34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/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0DE4BB4-5EE8-86B4-BFD1-3D91D175FCB0}"/>
                </a:ext>
              </a:extLst>
            </p:cNvPr>
            <p:cNvSpPr txBox="1"/>
            <p:nvPr/>
          </p:nvSpPr>
          <p:spPr>
            <a:xfrm>
              <a:off x="708319" y="4770624"/>
              <a:ext cx="243125" cy="34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/>
                <a:t>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B112954-E611-21E7-694D-52B926B6EACD}"/>
                </a:ext>
              </a:extLst>
            </p:cNvPr>
            <p:cNvSpPr txBox="1"/>
            <p:nvPr/>
          </p:nvSpPr>
          <p:spPr>
            <a:xfrm>
              <a:off x="703326" y="5084556"/>
              <a:ext cx="248976" cy="34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/>
                <a:t>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16D577A-8685-0032-0052-64DDE6839198}"/>
                </a:ext>
              </a:extLst>
            </p:cNvPr>
            <p:cNvSpPr txBox="1"/>
            <p:nvPr/>
          </p:nvSpPr>
          <p:spPr>
            <a:xfrm>
              <a:off x="692152" y="5378796"/>
              <a:ext cx="265067" cy="3418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b="1" dirty="0"/>
                <a:t>G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3743D5B-6614-EDA6-0DEF-8355EDEADE56}"/>
                </a:ext>
              </a:extLst>
            </p:cNvPr>
            <p:cNvSpPr txBox="1"/>
            <p:nvPr/>
          </p:nvSpPr>
          <p:spPr>
            <a:xfrm>
              <a:off x="1072526" y="4472553"/>
              <a:ext cx="348449" cy="287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640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FA1E837-AF60-D2D4-878E-140E7CFCD078}"/>
                </a:ext>
              </a:extLst>
            </p:cNvPr>
            <p:cNvSpPr txBox="1"/>
            <p:nvPr/>
          </p:nvSpPr>
          <p:spPr>
            <a:xfrm>
              <a:off x="1036714" y="4799403"/>
              <a:ext cx="408425" cy="287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2140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8B234D3-12BE-A12B-2593-048717A61038}"/>
                </a:ext>
              </a:extLst>
            </p:cNvPr>
            <p:cNvSpPr txBox="1"/>
            <p:nvPr/>
          </p:nvSpPr>
          <p:spPr>
            <a:xfrm>
              <a:off x="1072526" y="5104638"/>
              <a:ext cx="348449" cy="287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350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2796A23-6D1F-3271-E9CE-0E7A8FFD3BF7}"/>
                </a:ext>
              </a:extLst>
            </p:cNvPr>
            <p:cNvSpPr txBox="1"/>
            <p:nvPr/>
          </p:nvSpPr>
          <p:spPr>
            <a:xfrm>
              <a:off x="1072526" y="5409210"/>
              <a:ext cx="348449" cy="287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611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07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11111E-6 L 0.01862 -0.12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" y="-6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7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124455" y="6069869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04D46493-D32B-5DEE-36B7-199FB3140961}"/>
              </a:ext>
            </a:extLst>
          </p:cNvPr>
          <p:cNvGrpSpPr/>
          <p:nvPr/>
        </p:nvGrpSpPr>
        <p:grpSpPr>
          <a:xfrm>
            <a:off x="9467212" y="4887590"/>
            <a:ext cx="1139734" cy="1095635"/>
            <a:chOff x="414731" y="4191053"/>
            <a:chExt cx="1337925" cy="156504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B83AF1-F0E7-E811-DE40-0B68453A474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76" name="Picture 7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8C61194-1226-CB97-BA74-5807C416C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7" name="Picture 7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04E91EB-3CF8-0C40-96C2-3669583E6A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15CD98-73B8-008D-A13A-6C45DE14AA19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66E63F-B0D4-92AD-C0F1-6DDDA0B4DF8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4CAF12-BEA7-CCE1-BB60-8F8BA997CB49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897D6A-58A3-A71C-2D55-CDF5A9FCCA3A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4D1BBC-0CFA-06F1-E6B1-C3DBA6989B10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640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8884BD-0977-70F2-DB77-870F7442FD02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2140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6D2F0F-2F39-7AFD-AD9D-223139C0C1AE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350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6CE9910-AED4-9C9E-99AC-819823D6E2CD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611</a:t>
              </a:r>
            </a:p>
          </p:txBody>
        </p:sp>
      </p:grpSp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cxnSp>
        <p:nvCxnSpPr>
          <p:cNvPr id="142" name="Connector: Curved 141">
            <a:extLst>
              <a:ext uri="{FF2B5EF4-FFF2-40B4-BE49-F238E27FC236}">
                <a16:creationId xmlns:a16="http://schemas.microsoft.com/office/drawing/2014/main" id="{86FB4A83-6D3E-47E5-E842-DA571AF412E9}"/>
              </a:ext>
            </a:extLst>
          </p:cNvPr>
          <p:cNvCxnSpPr>
            <a:cxnSpLocks/>
            <a:stCxn id="73" idx="1"/>
            <a:endCxn id="126" idx="2"/>
          </p:cNvCxnSpPr>
          <p:nvPr/>
        </p:nvCxnSpPr>
        <p:spPr>
          <a:xfrm rot="10800000">
            <a:off x="8315615" y="6139331"/>
            <a:ext cx="1808841" cy="184338"/>
          </a:xfrm>
          <a:prstGeom prst="curvedConnector2">
            <a:avLst/>
          </a:prstGeom>
          <a:ln w="28575">
            <a:solidFill>
              <a:srgbClr val="00206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A528D05-FC37-C4B2-25A9-145C5B1523E7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91E5763-2C28-4DB1-E5D6-3E62ECACB60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70" name="Picture 16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A7400E0-5C7C-9CEB-4C21-B41207214E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71" name="Picture 17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F64584FE-C16B-363B-A613-F258CEA122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66768D0-4B7C-C414-D0F1-F6112ABE1F3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B6A4B78-E53B-BE5A-2934-6A93E86E8AD6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6DBFCAC-432D-E55F-449B-2EADFF875E7B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0B22399-A921-A912-6D43-827F6B2E60C7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9489C3C-0FCF-B15D-6F3A-E1926CDCA3D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B0ED890-75CE-4264-A791-4B75BBA5BFFD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C1BFB41-CF58-4E06-6833-817235F40C4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DA5BE014-B97E-1EE3-E582-4F2BB9AE30DA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8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124455" y="6069869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04D46493-D32B-5DEE-36B7-199FB3140961}"/>
              </a:ext>
            </a:extLst>
          </p:cNvPr>
          <p:cNvGrpSpPr/>
          <p:nvPr/>
        </p:nvGrpSpPr>
        <p:grpSpPr>
          <a:xfrm>
            <a:off x="9467212" y="4887590"/>
            <a:ext cx="1139734" cy="1095635"/>
            <a:chOff x="414731" y="4191053"/>
            <a:chExt cx="1337925" cy="156504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B83AF1-F0E7-E811-DE40-0B68453A474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76" name="Picture 7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8C61194-1226-CB97-BA74-5807C416C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7" name="Picture 7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04E91EB-3CF8-0C40-96C2-3669583E6A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15CD98-73B8-008D-A13A-6C45DE14AA19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66E63F-B0D4-92AD-C0F1-6DDDA0B4DF8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4CAF12-BEA7-CCE1-BB60-8F8BA997CB49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897D6A-58A3-A71C-2D55-CDF5A9FCCA3A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4D1BBC-0CFA-06F1-E6B1-C3DBA6989B10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640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8884BD-0977-70F2-DB77-870F7442FD02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2140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6D2F0F-2F39-7AFD-AD9D-223139C0C1AE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350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6CE9910-AED4-9C9E-99AC-819823D6E2CD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611</a:t>
              </a:r>
            </a:p>
          </p:txBody>
        </p:sp>
      </p:grpSp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cxnSp>
        <p:nvCxnSpPr>
          <p:cNvPr id="142" name="Connector: Curved 141">
            <a:extLst>
              <a:ext uri="{FF2B5EF4-FFF2-40B4-BE49-F238E27FC236}">
                <a16:creationId xmlns:a16="http://schemas.microsoft.com/office/drawing/2014/main" id="{86FB4A83-6D3E-47E5-E842-DA571AF412E9}"/>
              </a:ext>
            </a:extLst>
          </p:cNvPr>
          <p:cNvCxnSpPr>
            <a:cxnSpLocks/>
            <a:stCxn id="73" idx="1"/>
            <a:endCxn id="126" idx="2"/>
          </p:cNvCxnSpPr>
          <p:nvPr/>
        </p:nvCxnSpPr>
        <p:spPr>
          <a:xfrm rot="10800000">
            <a:off x="8315615" y="6139331"/>
            <a:ext cx="1808841" cy="184338"/>
          </a:xfrm>
          <a:prstGeom prst="curvedConnector2">
            <a:avLst/>
          </a:prstGeom>
          <a:ln w="28575">
            <a:solidFill>
              <a:srgbClr val="00206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A528D05-FC37-C4B2-25A9-145C5B1523E7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91E5763-2C28-4DB1-E5D6-3E62ECACB60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70" name="Picture 16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A7400E0-5C7C-9CEB-4C21-B41207214E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71" name="Picture 17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F64584FE-C16B-363B-A613-F258CEA122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66768D0-4B7C-C414-D0F1-F6112ABE1F3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B6A4B78-E53B-BE5A-2934-6A93E86E8AD6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6DBFCAC-432D-E55F-449B-2EADFF875E7B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0B22399-A921-A912-6D43-827F6B2E60C7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9489C3C-0FCF-B15D-6F3A-E1926CDCA3D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B0ED890-75CE-4264-A791-4B75BBA5BFFD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C1BFB41-CF58-4E06-6833-817235F40C4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DA5BE014-B97E-1EE3-E582-4F2BB9AE30DA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3" name="Picture 1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827350A9-32B1-CE43-07FF-AA52A95F62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620" y="5268613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3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0.0838 L 0.04218 0.07223 C 0.05104 0.06968 0.06432 0.06829 0.07812 0.06829 C 0.09388 0.06829 0.10664 0.06968 0.11549 0.07223 L 0.15794 0.0838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91" y="-78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2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A picture containing graphics, stationary, design, creativity&#10;&#10;Description automatically generated with medium confidence">
            <a:extLst>
              <a:ext uri="{FF2B5EF4-FFF2-40B4-BE49-F238E27FC236}">
                <a16:creationId xmlns:a16="http://schemas.microsoft.com/office/drawing/2014/main" id="{DDF9211D-EDC4-0709-0832-3A96EADD9B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3" t="6283" r="3091" b="9973"/>
          <a:stretch/>
        </p:blipFill>
        <p:spPr>
          <a:xfrm>
            <a:off x="9429716" y="3313455"/>
            <a:ext cx="1136462" cy="1045658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A528D05-FC37-C4B2-25A9-145C5B1523E7}"/>
              </a:ext>
            </a:extLst>
          </p:cNvPr>
          <p:cNvGrpSpPr/>
          <p:nvPr/>
        </p:nvGrpSpPr>
        <p:grpSpPr>
          <a:xfrm>
            <a:off x="9682151" y="6009658"/>
            <a:ext cx="804874" cy="784049"/>
            <a:chOff x="414731" y="4191053"/>
            <a:chExt cx="1337925" cy="1585909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991E5763-2C28-4DB1-E5D6-3E62ECACB60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70" name="Picture 16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A7400E0-5C7C-9CEB-4C21-B41207214E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71" name="Picture 17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F64584FE-C16B-363B-A613-F258CEA122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66768D0-4B7C-C414-D0F1-F6112ABE1F3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B6A4B78-E53B-BE5A-2934-6A93E86E8AD6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6DBFCAC-432D-E55F-449B-2EADFF875E7B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0B22399-A921-A912-6D43-827F6B2E60C7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9489C3C-0FCF-B15D-6F3A-E1926CDCA3D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B0ED890-75CE-4264-A791-4B75BBA5BFFD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C1BFB41-CF58-4E06-6833-817235F40C4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DA5BE014-B97E-1EE3-E582-4F2BB9AE30DA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D46493-D32B-5DEE-36B7-199FB3140961}"/>
              </a:ext>
            </a:extLst>
          </p:cNvPr>
          <p:cNvGrpSpPr/>
          <p:nvPr/>
        </p:nvGrpSpPr>
        <p:grpSpPr>
          <a:xfrm>
            <a:off x="9467212" y="4887590"/>
            <a:ext cx="1139734" cy="1095635"/>
            <a:chOff x="414731" y="4191053"/>
            <a:chExt cx="1337925" cy="156504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4B83AF1-F0E7-E811-DE40-0B68453A474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76" name="Picture 7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8C61194-1226-CB97-BA74-5807C416C6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7" name="Picture 7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04E91EB-3CF8-0C40-96C2-3669583E6A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15CD98-73B8-008D-A13A-6C45DE14AA19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66E63F-B0D4-92AD-C0F1-6DDDA0B4DF8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4CAF12-BEA7-CCE1-BB60-8F8BA997CB49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897D6A-58A3-A71C-2D55-CDF5A9FCCA3A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4D1BBC-0CFA-06F1-E6B1-C3DBA6989B10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640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D8884BD-0977-70F2-DB77-870F7442FD02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2140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6D2F0F-2F39-7AFD-AD9D-223139C0C1AE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350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6CE9910-AED4-9C9E-99AC-819823D6E2CD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611</a:t>
              </a:r>
            </a:p>
          </p:txBody>
        </p:sp>
      </p:grpSp>
      <p:pic>
        <p:nvPicPr>
          <p:cNvPr id="62" name="Picture 61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3AC5A353-6E8C-2B7A-6205-786B29203A57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7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-0.00377 -0.13726 " pathEditMode="relative" rAng="0" ptsTypes="AA">
                                      <p:cBhvr>
                                        <p:cTn id="9" dur="125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-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50"/>
                            </p:stCondLst>
                            <p:childTnLst>
                              <p:par>
                                <p:cTn id="11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5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7" y="104774"/>
            <a:ext cx="3704923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IP address of Reducer output file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8D41FB44-C6D6-BF4C-3107-108BA9B79D09}"/>
              </a:ext>
            </a:extLst>
          </p:cNvPr>
          <p:cNvGrpSpPr/>
          <p:nvPr/>
        </p:nvGrpSpPr>
        <p:grpSpPr>
          <a:xfrm>
            <a:off x="10651297" y="5306582"/>
            <a:ext cx="945282" cy="880006"/>
            <a:chOff x="8367409" y="1980699"/>
            <a:chExt cx="877052" cy="877052"/>
          </a:xfrm>
        </p:grpSpPr>
        <p:pic>
          <p:nvPicPr>
            <p:cNvPr id="60" name="Picture 5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E7E4C3F-DD4A-DF37-28BA-DCCC89251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648E58-971E-114A-3C61-98653F20B8B8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452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98312" y="126684"/>
            <a:ext cx="4372287" cy="4645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Give Master IP Address Of Reducer Result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312853"/>
            <a:ext cx="29068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B050"/>
                </a:solidFill>
              </a:rPr>
              <a:t>Get Number of Each Nucleotide Base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10651297" y="5306582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39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-0.31523 -0.7064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8" y="-3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98312" y="126684"/>
            <a:ext cx="4372287" cy="4645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Give Master IP Address Of Reducer Result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2BB15E-1E29-02A4-7495-AF1EF6AB33F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47925" y="1028700"/>
            <a:ext cx="2828925" cy="1216818"/>
          </a:xfrm>
          <a:prstGeom prst="straightConnector1">
            <a:avLst/>
          </a:prstGeom>
          <a:ln w="38100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33D9EE2-C6CA-6179-9A98-F9B43004BFA2}"/>
              </a:ext>
            </a:extLst>
          </p:cNvPr>
          <p:cNvSpPr txBox="1"/>
          <p:nvPr/>
        </p:nvSpPr>
        <p:spPr>
          <a:xfrm rot="20150408">
            <a:off x="2336566" y="1289771"/>
            <a:ext cx="2906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Give User IP address of result </a:t>
            </a:r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6776119" y="563305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041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7037E-6 L -0.36875 0.2104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38" y="10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98312" y="126684"/>
            <a:ext cx="4372287" cy="4645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Give Master IP Address Of Reducer Result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2314575" y="1944075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432F18-D898-E70F-E308-DF1978B3327B}"/>
              </a:ext>
            </a:extLst>
          </p:cNvPr>
          <p:cNvCxnSpPr>
            <a:cxnSpLocks/>
            <a:stCxn id="62" idx="3"/>
            <a:endCxn id="52" idx="0"/>
          </p:cNvCxnSpPr>
          <p:nvPr/>
        </p:nvCxnSpPr>
        <p:spPr>
          <a:xfrm>
            <a:off x="3259857" y="2384078"/>
            <a:ext cx="6816447" cy="2632231"/>
          </a:xfrm>
          <a:prstGeom prst="straightConnector1">
            <a:avLst/>
          </a:prstGeom>
          <a:ln w="38100">
            <a:solidFill>
              <a:srgbClr val="00B05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056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grey icon of a person with a wrench and a computer&#10;&#10;Description automatically generated with low confidence">
            <a:extLst>
              <a:ext uri="{FF2B5EF4-FFF2-40B4-BE49-F238E27FC236}">
                <a16:creationId xmlns:a16="http://schemas.microsoft.com/office/drawing/2014/main" id="{399C2EE0-AAD9-4417-B436-A65B174DB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8" y="1607343"/>
            <a:ext cx="1276350" cy="1276350"/>
          </a:xfrm>
          <a:prstGeom prst="rect">
            <a:avLst/>
          </a:prstGeom>
        </p:spPr>
      </p:pic>
      <p:pic>
        <p:nvPicPr>
          <p:cNvPr id="71" name="Picture 70" descr="A cartoon of a child with his arms up&#10;&#10;Description automatically generated with low confidence">
            <a:extLst>
              <a:ext uri="{FF2B5EF4-FFF2-40B4-BE49-F238E27FC236}">
                <a16:creationId xmlns:a16="http://schemas.microsoft.com/office/drawing/2014/main" id="{34369A36-7C27-36CE-19D6-2F61CFCBE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14" y="1130559"/>
            <a:ext cx="1743820" cy="1743820"/>
          </a:xfrm>
          <a:prstGeom prst="rect">
            <a:avLst/>
          </a:prstGeom>
        </p:spPr>
      </p:pic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98312" y="126684"/>
            <a:ext cx="4372287" cy="4645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Give Master IP Address Of Reducer Result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56455" y="5019324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2266950" y="1907940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432F18-D898-E70F-E308-DF1978B3327B}"/>
              </a:ext>
            </a:extLst>
          </p:cNvPr>
          <p:cNvCxnSpPr>
            <a:cxnSpLocks/>
            <a:stCxn id="62" idx="3"/>
            <a:endCxn id="52" idx="0"/>
          </p:cNvCxnSpPr>
          <p:nvPr/>
        </p:nvCxnSpPr>
        <p:spPr>
          <a:xfrm>
            <a:off x="3212232" y="2347943"/>
            <a:ext cx="6900766" cy="2671381"/>
          </a:xfrm>
          <a:prstGeom prst="straightConnector1">
            <a:avLst/>
          </a:prstGeom>
          <a:ln w="38100">
            <a:solidFill>
              <a:srgbClr val="00B05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BBF14E-124E-2165-6789-8B2B567A2679}"/>
              </a:ext>
            </a:extLst>
          </p:cNvPr>
          <p:cNvGrpSpPr/>
          <p:nvPr/>
        </p:nvGrpSpPr>
        <p:grpSpPr>
          <a:xfrm>
            <a:off x="9256455" y="5019324"/>
            <a:ext cx="1713086" cy="1569415"/>
            <a:chOff x="414731" y="4191053"/>
            <a:chExt cx="1337925" cy="15288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06633F9-BFDC-BFD4-4649-14D4009FCCEE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8" name="Picture 67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C927013-365D-1B4C-FBDD-0EBE17705F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9" name="Picture 68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13C4F73-3371-7226-C16E-72281D21A1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2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77AE3E1-856B-2148-FDFC-2DCBFBCAA581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47F535E-10DE-344D-E9CC-42F102FC21C7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A7847F-1A51-EBFE-0564-EC1611AC429A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762A8F7-3D60-B9D6-3AAD-4A026FDA0A79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A21BA8E-D23B-C0C2-61C9-DBAF29D215F7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B5E9987-B386-0335-0662-D67CD448AC0F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DFA2E65-BDBF-9850-446F-0F0EED2BC885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ECACBF-B5C5-CB36-C587-BE34B2EB3B9C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345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6 L -0.56927 -0.42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464" y="-214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standing next to a computer&#10;&#10;Description automatically generated with medium confidence">
            <a:extLst>
              <a:ext uri="{FF2B5EF4-FFF2-40B4-BE49-F238E27FC236}">
                <a16:creationId xmlns:a16="http://schemas.microsoft.com/office/drawing/2014/main" id="{0E16415B-1D5A-D564-1B7F-5DB96816BD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83" r="9089" b="549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7DAB92-0D84-6DE7-077A-53CDB0E07655}"/>
              </a:ext>
            </a:extLst>
          </p:cNvPr>
          <p:cNvSpPr/>
          <p:nvPr/>
        </p:nvSpPr>
        <p:spPr>
          <a:xfrm>
            <a:off x="477981" y="2347655"/>
            <a:ext cx="4023360" cy="197884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Handling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Fault-Tolerant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182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A cartoon of a person holding a megaphone&#10;&#10;Description automatically generated with medium confidence">
            <a:extLst>
              <a:ext uri="{FF2B5EF4-FFF2-40B4-BE49-F238E27FC236}">
                <a16:creationId xmlns:a16="http://schemas.microsoft.com/office/drawing/2014/main" id="{0EE3189B-A802-6B59-C4DE-E8EC861B7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2820">
            <a:off x="6205547" y="402814"/>
            <a:ext cx="1251770" cy="125177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62388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Distributed Map and Reduce to slaves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8C9572-0CDC-B5A3-4BF7-60F342C2F4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0238" y="1392989"/>
            <a:ext cx="1820238" cy="1820238"/>
          </a:xfrm>
          <a:prstGeom prst="rect">
            <a:avLst/>
          </a:prstGeom>
        </p:spPr>
      </p:pic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FD0EF987-2113-438A-D287-90173D2C3907}"/>
              </a:ext>
            </a:extLst>
          </p:cNvPr>
          <p:cNvSpPr/>
          <p:nvPr/>
        </p:nvSpPr>
        <p:spPr>
          <a:xfrm>
            <a:off x="2010993" y="925003"/>
            <a:ext cx="2746124" cy="1297768"/>
          </a:xfrm>
          <a:custGeom>
            <a:avLst/>
            <a:gdLst>
              <a:gd name="connsiteX0" fmla="*/ 247913 w 2746124"/>
              <a:gd name="connsiteY0" fmla="*/ 431688 h 1297768"/>
              <a:gd name="connsiteX1" fmla="*/ 357441 w 2746124"/>
              <a:gd name="connsiteY1" fmla="*/ 207492 h 1297768"/>
              <a:gd name="connsiteX2" fmla="*/ 890265 w 2746124"/>
              <a:gd name="connsiteY2" fmla="*/ 156272 h 1297768"/>
              <a:gd name="connsiteX3" fmla="*/ 1427475 w 2746124"/>
              <a:gd name="connsiteY3" fmla="*/ 103100 h 1297768"/>
              <a:gd name="connsiteX4" fmla="*/ 1636804 w 2746124"/>
              <a:gd name="connsiteY4" fmla="*/ 6008 h 1297768"/>
              <a:gd name="connsiteX5" fmla="*/ 1896414 w 2746124"/>
              <a:gd name="connsiteY5" fmla="*/ 74531 h 1297768"/>
              <a:gd name="connsiteX6" fmla="*/ 2254300 w 2746124"/>
              <a:gd name="connsiteY6" fmla="*/ 20728 h 1297768"/>
              <a:gd name="connsiteX7" fmla="*/ 2435786 w 2746124"/>
              <a:gd name="connsiteY7" fmla="*/ 167508 h 1297768"/>
              <a:gd name="connsiteX8" fmla="*/ 2668698 w 2746124"/>
              <a:gd name="connsiteY8" fmla="*/ 309962 h 1297768"/>
              <a:gd name="connsiteX9" fmla="*/ 2658273 w 2746124"/>
              <a:gd name="connsiteY9" fmla="*/ 464432 h 1297768"/>
              <a:gd name="connsiteX10" fmla="*/ 2734427 w 2746124"/>
              <a:gd name="connsiteY10" fmla="*/ 700614 h 1297768"/>
              <a:gd name="connsiteX11" fmla="*/ 2377685 w 2746124"/>
              <a:gd name="connsiteY11" fmla="*/ 907356 h 1297768"/>
              <a:gd name="connsiteX12" fmla="*/ 2249978 w 2746124"/>
              <a:gd name="connsiteY12" fmla="*/ 1084507 h 1297768"/>
              <a:gd name="connsiteX13" fmla="*/ 1815175 w 2746124"/>
              <a:gd name="connsiteY13" fmla="*/ 1105956 h 1297768"/>
              <a:gd name="connsiteX14" fmla="*/ 1504456 w 2746124"/>
              <a:gd name="connsiteY14" fmla="*/ 1294944 h 1297768"/>
              <a:gd name="connsiteX15" fmla="*/ 1047595 w 2746124"/>
              <a:gd name="connsiteY15" fmla="*/ 1179586 h 1297768"/>
              <a:gd name="connsiteX16" fmla="*/ 368946 w 2746124"/>
              <a:gd name="connsiteY16" fmla="*/ 1065611 h 1297768"/>
              <a:gd name="connsiteX17" fmla="*/ 70560 w 2746124"/>
              <a:gd name="connsiteY17" fmla="*/ 938778 h 1297768"/>
              <a:gd name="connsiteX18" fmla="*/ 134318 w 2746124"/>
              <a:gd name="connsiteY18" fmla="*/ 767575 h 1297768"/>
              <a:gd name="connsiteX19" fmla="*/ -318 w 2746124"/>
              <a:gd name="connsiteY19" fmla="*/ 591926 h 1297768"/>
              <a:gd name="connsiteX20" fmla="*/ 245561 w 2746124"/>
              <a:gd name="connsiteY20" fmla="*/ 435803 h 1297768"/>
              <a:gd name="connsiteX21" fmla="*/ 247913 w 2746124"/>
              <a:gd name="connsiteY21" fmla="*/ 431688 h 1297768"/>
              <a:gd name="connsiteX0" fmla="*/ 7325 w 2746124"/>
              <a:gd name="connsiteY0" fmla="*/ 1263442 h 1297768"/>
              <a:gd name="connsiteX1" fmla="*/ -28724 w 2746124"/>
              <a:gd name="connsiteY1" fmla="*/ 1299491 h 1297768"/>
              <a:gd name="connsiteX2" fmla="*/ -64773 w 2746124"/>
              <a:gd name="connsiteY2" fmla="*/ 1263442 h 1297768"/>
              <a:gd name="connsiteX3" fmla="*/ -28724 w 2746124"/>
              <a:gd name="connsiteY3" fmla="*/ 1227393 h 1297768"/>
              <a:gd name="connsiteX4" fmla="*/ 7325 w 2746124"/>
              <a:gd name="connsiteY4" fmla="*/ 1263442 h 1297768"/>
              <a:gd name="connsiteX0" fmla="*/ 153088 w 2746124"/>
              <a:gd name="connsiteY0" fmla="*/ 1215342 h 1297768"/>
              <a:gd name="connsiteX1" fmla="*/ 80990 w 2746124"/>
              <a:gd name="connsiteY1" fmla="*/ 1287440 h 1297768"/>
              <a:gd name="connsiteX2" fmla="*/ 8892 w 2746124"/>
              <a:gd name="connsiteY2" fmla="*/ 1215342 h 1297768"/>
              <a:gd name="connsiteX3" fmla="*/ 80990 w 2746124"/>
              <a:gd name="connsiteY3" fmla="*/ 1143244 h 1297768"/>
              <a:gd name="connsiteX4" fmla="*/ 153088 w 2746124"/>
              <a:gd name="connsiteY4" fmla="*/ 1215342 h 1297768"/>
              <a:gd name="connsiteX0" fmla="*/ 364883 w 2746124"/>
              <a:gd name="connsiteY0" fmla="*/ 1138293 h 1297768"/>
              <a:gd name="connsiteX1" fmla="*/ 256736 w 2746124"/>
              <a:gd name="connsiteY1" fmla="*/ 1246440 h 1297768"/>
              <a:gd name="connsiteX2" fmla="*/ 148589 w 2746124"/>
              <a:gd name="connsiteY2" fmla="*/ 1138293 h 1297768"/>
              <a:gd name="connsiteX3" fmla="*/ 256736 w 2746124"/>
              <a:gd name="connsiteY3" fmla="*/ 1030146 h 1297768"/>
              <a:gd name="connsiteX4" fmla="*/ 364883 w 2746124"/>
              <a:gd name="connsiteY4" fmla="*/ 1138293 h 1297768"/>
              <a:gd name="connsiteX0" fmla="*/ 298323 w 2746124"/>
              <a:gd name="connsiteY0" fmla="*/ 786381 h 1297768"/>
              <a:gd name="connsiteX1" fmla="*/ 137306 w 2746124"/>
              <a:gd name="connsiteY1" fmla="*/ 762438 h 1297768"/>
              <a:gd name="connsiteX2" fmla="*/ 440396 w 2746124"/>
              <a:gd name="connsiteY2" fmla="*/ 1048398 h 1297768"/>
              <a:gd name="connsiteX3" fmla="*/ 369963 w 2746124"/>
              <a:gd name="connsiteY3" fmla="*/ 1059843 h 1297768"/>
              <a:gd name="connsiteX4" fmla="*/ 1047468 w 2746124"/>
              <a:gd name="connsiteY4" fmla="*/ 1174299 h 1297768"/>
              <a:gd name="connsiteX5" fmla="*/ 1005005 w 2746124"/>
              <a:gd name="connsiteY5" fmla="*/ 1122028 h 1297768"/>
              <a:gd name="connsiteX6" fmla="*/ 1832465 w 2746124"/>
              <a:gd name="connsiteY6" fmla="*/ 1043952 h 1297768"/>
              <a:gd name="connsiteX7" fmla="*/ 1815493 w 2746124"/>
              <a:gd name="connsiteY7" fmla="*/ 1101300 h 1297768"/>
              <a:gd name="connsiteX8" fmla="*/ 2169501 w 2746124"/>
              <a:gd name="connsiteY8" fmla="*/ 689559 h 1297768"/>
              <a:gd name="connsiteX9" fmla="*/ 2376160 w 2746124"/>
              <a:gd name="connsiteY9" fmla="*/ 903931 h 1297768"/>
              <a:gd name="connsiteX10" fmla="*/ 2657002 w 2746124"/>
              <a:gd name="connsiteY10" fmla="*/ 461248 h 1297768"/>
              <a:gd name="connsiteX11" fmla="*/ 2564956 w 2746124"/>
              <a:gd name="connsiteY11" fmla="*/ 541637 h 1297768"/>
              <a:gd name="connsiteX12" fmla="*/ 2436167 w 2746124"/>
              <a:gd name="connsiteY12" fmla="*/ 163002 h 1297768"/>
              <a:gd name="connsiteX13" fmla="*/ 2440999 w 2746124"/>
              <a:gd name="connsiteY13" fmla="*/ 200973 h 1297768"/>
              <a:gd name="connsiteX14" fmla="*/ 1848421 w 2746124"/>
              <a:gd name="connsiteY14" fmla="*/ 118721 h 1297768"/>
              <a:gd name="connsiteX15" fmla="*/ 1895588 w 2746124"/>
              <a:gd name="connsiteY15" fmla="*/ 70295 h 1297768"/>
              <a:gd name="connsiteX16" fmla="*/ 1407452 w 2746124"/>
              <a:gd name="connsiteY16" fmla="*/ 141793 h 1297768"/>
              <a:gd name="connsiteX17" fmla="*/ 1430272 w 2746124"/>
              <a:gd name="connsiteY17" fmla="*/ 100036 h 1297768"/>
              <a:gd name="connsiteX18" fmla="*/ 889947 w 2746124"/>
              <a:gd name="connsiteY18" fmla="*/ 155972 h 1297768"/>
              <a:gd name="connsiteX19" fmla="*/ 972585 w 2746124"/>
              <a:gd name="connsiteY19" fmla="*/ 196467 h 1297768"/>
              <a:gd name="connsiteX20" fmla="*/ 262343 w 2746124"/>
              <a:gd name="connsiteY20" fmla="*/ 474316 h 1297768"/>
              <a:gd name="connsiteX21" fmla="*/ 247913 w 2746124"/>
              <a:gd name="connsiteY21" fmla="*/ 431688 h 1297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46124" h="1297768" extrusionOk="0">
                <a:moveTo>
                  <a:pt x="247913" y="431688"/>
                </a:moveTo>
                <a:cubicBezTo>
                  <a:pt x="212182" y="361455"/>
                  <a:pt x="275368" y="288263"/>
                  <a:pt x="357441" y="207492"/>
                </a:cubicBezTo>
                <a:cubicBezTo>
                  <a:pt x="529404" y="128745"/>
                  <a:pt x="711022" y="89280"/>
                  <a:pt x="890265" y="156272"/>
                </a:cubicBezTo>
                <a:cubicBezTo>
                  <a:pt x="942361" y="31891"/>
                  <a:pt x="1289547" y="7567"/>
                  <a:pt x="1427475" y="103100"/>
                </a:cubicBezTo>
                <a:cubicBezTo>
                  <a:pt x="1473386" y="35574"/>
                  <a:pt x="1547968" y="30341"/>
                  <a:pt x="1636804" y="6008"/>
                </a:cubicBezTo>
                <a:cubicBezTo>
                  <a:pt x="1739802" y="-1158"/>
                  <a:pt x="1833313" y="17248"/>
                  <a:pt x="1896414" y="74531"/>
                </a:cubicBezTo>
                <a:cubicBezTo>
                  <a:pt x="1972251" y="20"/>
                  <a:pt x="2123629" y="2231"/>
                  <a:pt x="2254300" y="20728"/>
                </a:cubicBezTo>
                <a:cubicBezTo>
                  <a:pt x="2360003" y="44285"/>
                  <a:pt x="2415825" y="101342"/>
                  <a:pt x="2435786" y="167508"/>
                </a:cubicBezTo>
                <a:cubicBezTo>
                  <a:pt x="2555971" y="197613"/>
                  <a:pt x="2639143" y="248211"/>
                  <a:pt x="2668698" y="309962"/>
                </a:cubicBezTo>
                <a:cubicBezTo>
                  <a:pt x="2693078" y="359281"/>
                  <a:pt x="2689328" y="408460"/>
                  <a:pt x="2658273" y="464432"/>
                </a:cubicBezTo>
                <a:cubicBezTo>
                  <a:pt x="2754294" y="530402"/>
                  <a:pt x="2769359" y="617775"/>
                  <a:pt x="2734427" y="700614"/>
                </a:cubicBezTo>
                <a:cubicBezTo>
                  <a:pt x="2704854" y="818874"/>
                  <a:pt x="2545431" y="908678"/>
                  <a:pt x="2377685" y="907356"/>
                </a:cubicBezTo>
                <a:cubicBezTo>
                  <a:pt x="2375711" y="976677"/>
                  <a:pt x="2335422" y="1037743"/>
                  <a:pt x="2249978" y="1084507"/>
                </a:cubicBezTo>
                <a:cubicBezTo>
                  <a:pt x="2161409" y="1175823"/>
                  <a:pt x="1927358" y="1135519"/>
                  <a:pt x="1815175" y="1105956"/>
                </a:cubicBezTo>
                <a:cubicBezTo>
                  <a:pt x="1740636" y="1215299"/>
                  <a:pt x="1645920" y="1250886"/>
                  <a:pt x="1504456" y="1294944"/>
                </a:cubicBezTo>
                <a:cubicBezTo>
                  <a:pt x="1322559" y="1310923"/>
                  <a:pt x="1146880" y="1295425"/>
                  <a:pt x="1047595" y="1179586"/>
                </a:cubicBezTo>
                <a:cubicBezTo>
                  <a:pt x="790111" y="1284671"/>
                  <a:pt x="544535" y="1264266"/>
                  <a:pt x="368946" y="1065611"/>
                </a:cubicBezTo>
                <a:cubicBezTo>
                  <a:pt x="259186" y="1081614"/>
                  <a:pt x="111863" y="1037717"/>
                  <a:pt x="70560" y="938778"/>
                </a:cubicBezTo>
                <a:cubicBezTo>
                  <a:pt x="45755" y="882286"/>
                  <a:pt x="77859" y="813439"/>
                  <a:pt x="134318" y="767575"/>
                </a:cubicBezTo>
                <a:cubicBezTo>
                  <a:pt x="31854" y="731017"/>
                  <a:pt x="-10529" y="654846"/>
                  <a:pt x="-318" y="591926"/>
                </a:cubicBezTo>
                <a:cubicBezTo>
                  <a:pt x="-3902" y="503649"/>
                  <a:pt x="139293" y="472219"/>
                  <a:pt x="245561" y="435803"/>
                </a:cubicBezTo>
                <a:cubicBezTo>
                  <a:pt x="246370" y="434396"/>
                  <a:pt x="247103" y="433085"/>
                  <a:pt x="247913" y="431688"/>
                </a:cubicBezTo>
                <a:close/>
              </a:path>
              <a:path w="2746124" h="1297768" extrusionOk="0">
                <a:moveTo>
                  <a:pt x="7325" y="1263442"/>
                </a:moveTo>
                <a:cubicBezTo>
                  <a:pt x="8485" y="1278581"/>
                  <a:pt x="-8289" y="1299679"/>
                  <a:pt x="-28724" y="1299491"/>
                </a:cubicBezTo>
                <a:cubicBezTo>
                  <a:pt x="-48478" y="1299880"/>
                  <a:pt x="-64034" y="1283423"/>
                  <a:pt x="-64773" y="1263442"/>
                </a:cubicBezTo>
                <a:cubicBezTo>
                  <a:pt x="-67843" y="1244206"/>
                  <a:pt x="-48216" y="1227886"/>
                  <a:pt x="-28724" y="1227393"/>
                </a:cubicBezTo>
                <a:cubicBezTo>
                  <a:pt x="-8072" y="1222699"/>
                  <a:pt x="11755" y="1242474"/>
                  <a:pt x="7325" y="1263442"/>
                </a:cubicBezTo>
                <a:close/>
              </a:path>
              <a:path w="2746124" h="1297768" extrusionOk="0">
                <a:moveTo>
                  <a:pt x="153088" y="1215342"/>
                </a:moveTo>
                <a:cubicBezTo>
                  <a:pt x="151483" y="1256491"/>
                  <a:pt x="128434" y="1288201"/>
                  <a:pt x="80990" y="1287440"/>
                </a:cubicBezTo>
                <a:cubicBezTo>
                  <a:pt x="38952" y="1283149"/>
                  <a:pt x="2596" y="1261467"/>
                  <a:pt x="8892" y="1215342"/>
                </a:cubicBezTo>
                <a:cubicBezTo>
                  <a:pt x="15116" y="1179555"/>
                  <a:pt x="45320" y="1135848"/>
                  <a:pt x="80990" y="1143244"/>
                </a:cubicBezTo>
                <a:cubicBezTo>
                  <a:pt x="125729" y="1137742"/>
                  <a:pt x="154990" y="1180268"/>
                  <a:pt x="153088" y="1215342"/>
                </a:cubicBezTo>
                <a:close/>
              </a:path>
              <a:path w="2746124" h="1297768" extrusionOk="0">
                <a:moveTo>
                  <a:pt x="364883" y="1138293"/>
                </a:moveTo>
                <a:cubicBezTo>
                  <a:pt x="378487" y="1189642"/>
                  <a:pt x="331216" y="1240278"/>
                  <a:pt x="256736" y="1246440"/>
                </a:cubicBezTo>
                <a:cubicBezTo>
                  <a:pt x="203703" y="1239393"/>
                  <a:pt x="145388" y="1195164"/>
                  <a:pt x="148589" y="1138293"/>
                </a:cubicBezTo>
                <a:cubicBezTo>
                  <a:pt x="149402" y="1076068"/>
                  <a:pt x="198877" y="1029650"/>
                  <a:pt x="256736" y="1030146"/>
                </a:cubicBezTo>
                <a:cubicBezTo>
                  <a:pt x="314033" y="1027947"/>
                  <a:pt x="367243" y="1068355"/>
                  <a:pt x="364883" y="1138293"/>
                </a:cubicBezTo>
                <a:close/>
              </a:path>
              <a:path w="2746124" h="1297768" fill="none" extrusionOk="0">
                <a:moveTo>
                  <a:pt x="298323" y="786381"/>
                </a:moveTo>
                <a:cubicBezTo>
                  <a:pt x="233093" y="800581"/>
                  <a:pt x="198726" y="785368"/>
                  <a:pt x="137306" y="762438"/>
                </a:cubicBezTo>
                <a:moveTo>
                  <a:pt x="440396" y="1048398"/>
                </a:moveTo>
                <a:cubicBezTo>
                  <a:pt x="413670" y="1049017"/>
                  <a:pt x="391729" y="1058025"/>
                  <a:pt x="369963" y="1059843"/>
                </a:cubicBezTo>
                <a:moveTo>
                  <a:pt x="1047468" y="1174299"/>
                </a:moveTo>
                <a:cubicBezTo>
                  <a:pt x="1030430" y="1151875"/>
                  <a:pt x="1015867" y="1137505"/>
                  <a:pt x="1005005" y="1122028"/>
                </a:cubicBezTo>
                <a:moveTo>
                  <a:pt x="1832465" y="1043952"/>
                </a:moveTo>
                <a:cubicBezTo>
                  <a:pt x="1830550" y="1058423"/>
                  <a:pt x="1821744" y="1083274"/>
                  <a:pt x="1815493" y="1101300"/>
                </a:cubicBezTo>
                <a:moveTo>
                  <a:pt x="2169501" y="689559"/>
                </a:moveTo>
                <a:cubicBezTo>
                  <a:pt x="2296613" y="705804"/>
                  <a:pt x="2391838" y="817421"/>
                  <a:pt x="2376160" y="903931"/>
                </a:cubicBezTo>
                <a:moveTo>
                  <a:pt x="2657002" y="461248"/>
                </a:moveTo>
                <a:cubicBezTo>
                  <a:pt x="2634740" y="491011"/>
                  <a:pt x="2607429" y="518063"/>
                  <a:pt x="2564956" y="541637"/>
                </a:cubicBezTo>
                <a:moveTo>
                  <a:pt x="2436167" y="163002"/>
                </a:moveTo>
                <a:cubicBezTo>
                  <a:pt x="2439275" y="175667"/>
                  <a:pt x="2443706" y="190707"/>
                  <a:pt x="2440999" y="200973"/>
                </a:cubicBezTo>
                <a:moveTo>
                  <a:pt x="1848421" y="118721"/>
                </a:moveTo>
                <a:cubicBezTo>
                  <a:pt x="1859718" y="100426"/>
                  <a:pt x="1876250" y="80126"/>
                  <a:pt x="1895588" y="70295"/>
                </a:cubicBezTo>
                <a:moveTo>
                  <a:pt x="1407452" y="141793"/>
                </a:moveTo>
                <a:cubicBezTo>
                  <a:pt x="1411236" y="129222"/>
                  <a:pt x="1421141" y="114879"/>
                  <a:pt x="1430272" y="100036"/>
                </a:cubicBezTo>
                <a:moveTo>
                  <a:pt x="889947" y="155972"/>
                </a:moveTo>
                <a:cubicBezTo>
                  <a:pt x="921924" y="162573"/>
                  <a:pt x="946447" y="175148"/>
                  <a:pt x="972585" y="196467"/>
                </a:cubicBezTo>
                <a:moveTo>
                  <a:pt x="262343" y="474316"/>
                </a:moveTo>
                <a:cubicBezTo>
                  <a:pt x="255052" y="460517"/>
                  <a:pt x="250820" y="446704"/>
                  <a:pt x="247913" y="431688"/>
                </a:cubicBezTo>
              </a:path>
            </a:pathLst>
          </a:custGeom>
          <a:noFill/>
          <a:ln w="19050" cap="flat" cmpd="sng" algn="ctr">
            <a:solidFill>
              <a:srgbClr val="4F5998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5330650">
                  <a:prstGeom prst="cloudCallout">
                    <a:avLst>
                      <a:gd name="adj1" fmla="val -51046"/>
                      <a:gd name="adj2" fmla="val 47355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6F70C6"/>
                </a:solidFill>
              </a:rPr>
              <a:t>Hey, I Want to Know Count of Nucleotide base of </a:t>
            </a:r>
            <a:r>
              <a:rPr lang="en-US" sz="1400" b="1" dirty="0" err="1">
                <a:solidFill>
                  <a:srgbClr val="6F70C6"/>
                </a:solidFill>
              </a:rPr>
              <a:t>Genome.fasta</a:t>
            </a:r>
            <a:endParaRPr lang="en-US" sz="1400" b="1" dirty="0">
              <a:solidFill>
                <a:srgbClr val="6F70C6"/>
              </a:solidFill>
            </a:endParaRPr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F2E40BA7-B5D7-72F9-4C39-C561CB46F8D1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92607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9BE0829-439B-2429-BE84-B57047F3D0EB}"/>
              </a:ext>
            </a:extLst>
          </p:cNvPr>
          <p:cNvGrpSpPr/>
          <p:nvPr/>
        </p:nvGrpSpPr>
        <p:grpSpPr>
          <a:xfrm>
            <a:off x="7866420" y="416718"/>
            <a:ext cx="2746124" cy="1407557"/>
            <a:chOff x="5219015" y="1757475"/>
            <a:chExt cx="2746124" cy="1407557"/>
          </a:xfrm>
        </p:grpSpPr>
        <p:sp>
          <p:nvSpPr>
            <p:cNvPr id="63" name="Thought Bubble: Cloud 62">
              <a:extLst>
                <a:ext uri="{FF2B5EF4-FFF2-40B4-BE49-F238E27FC236}">
                  <a16:creationId xmlns:a16="http://schemas.microsoft.com/office/drawing/2014/main" id="{13203241-D720-617B-F5EC-FEE528660212}"/>
                </a:ext>
              </a:extLst>
            </p:cNvPr>
            <p:cNvSpPr/>
            <p:nvPr/>
          </p:nvSpPr>
          <p:spPr>
            <a:xfrm>
              <a:off x="5219015" y="1757475"/>
              <a:ext cx="2746124" cy="1407557"/>
            </a:xfrm>
            <a:custGeom>
              <a:avLst/>
              <a:gdLst>
                <a:gd name="connsiteX0" fmla="*/ 247913 w 2746124"/>
                <a:gd name="connsiteY0" fmla="*/ 468208 h 1407557"/>
                <a:gd name="connsiteX1" fmla="*/ 357441 w 2746124"/>
                <a:gd name="connsiteY1" fmla="*/ 225046 h 1407557"/>
                <a:gd name="connsiteX2" fmla="*/ 890265 w 2746124"/>
                <a:gd name="connsiteY2" fmla="*/ 169493 h 1407557"/>
                <a:gd name="connsiteX3" fmla="*/ 1427475 w 2746124"/>
                <a:gd name="connsiteY3" fmla="*/ 111822 h 1407557"/>
                <a:gd name="connsiteX4" fmla="*/ 1636804 w 2746124"/>
                <a:gd name="connsiteY4" fmla="*/ 6516 h 1407557"/>
                <a:gd name="connsiteX5" fmla="*/ 1896414 w 2746124"/>
                <a:gd name="connsiteY5" fmla="*/ 80836 h 1407557"/>
                <a:gd name="connsiteX6" fmla="*/ 2254300 w 2746124"/>
                <a:gd name="connsiteY6" fmla="*/ 22481 h 1407557"/>
                <a:gd name="connsiteX7" fmla="*/ 2435786 w 2746124"/>
                <a:gd name="connsiteY7" fmla="*/ 181679 h 1407557"/>
                <a:gd name="connsiteX8" fmla="*/ 2668698 w 2746124"/>
                <a:gd name="connsiteY8" fmla="*/ 336184 h 1407557"/>
                <a:gd name="connsiteX9" fmla="*/ 2658273 w 2746124"/>
                <a:gd name="connsiteY9" fmla="*/ 503722 h 1407557"/>
                <a:gd name="connsiteX10" fmla="*/ 2734427 w 2746124"/>
                <a:gd name="connsiteY10" fmla="*/ 759885 h 1407557"/>
                <a:gd name="connsiteX11" fmla="*/ 2377685 w 2746124"/>
                <a:gd name="connsiteY11" fmla="*/ 984116 h 1407557"/>
                <a:gd name="connsiteX12" fmla="*/ 2249978 w 2746124"/>
                <a:gd name="connsiteY12" fmla="*/ 1176254 h 1407557"/>
                <a:gd name="connsiteX13" fmla="*/ 1815175 w 2746124"/>
                <a:gd name="connsiteY13" fmla="*/ 1199518 h 1407557"/>
                <a:gd name="connsiteX14" fmla="*/ 1504456 w 2746124"/>
                <a:gd name="connsiteY14" fmla="*/ 1404494 h 1407557"/>
                <a:gd name="connsiteX15" fmla="*/ 1047595 w 2746124"/>
                <a:gd name="connsiteY15" fmla="*/ 1279378 h 1407557"/>
                <a:gd name="connsiteX16" fmla="*/ 368946 w 2746124"/>
                <a:gd name="connsiteY16" fmla="*/ 1155760 h 1407557"/>
                <a:gd name="connsiteX17" fmla="*/ 70560 w 2746124"/>
                <a:gd name="connsiteY17" fmla="*/ 1018198 h 1407557"/>
                <a:gd name="connsiteX18" fmla="*/ 134318 w 2746124"/>
                <a:gd name="connsiteY18" fmla="*/ 832511 h 1407557"/>
                <a:gd name="connsiteX19" fmla="*/ -318 w 2746124"/>
                <a:gd name="connsiteY19" fmla="*/ 642002 h 1407557"/>
                <a:gd name="connsiteX20" fmla="*/ 245561 w 2746124"/>
                <a:gd name="connsiteY20" fmla="*/ 472671 h 1407557"/>
                <a:gd name="connsiteX21" fmla="*/ 247913 w 2746124"/>
                <a:gd name="connsiteY21" fmla="*/ 468208 h 1407557"/>
                <a:gd name="connsiteX0" fmla="*/ -550082 w 2746124"/>
                <a:gd name="connsiteY0" fmla="*/ 741065 h 1407557"/>
                <a:gd name="connsiteX1" fmla="*/ -589181 w 2746124"/>
                <a:gd name="connsiteY1" fmla="*/ 780164 h 1407557"/>
                <a:gd name="connsiteX2" fmla="*/ -628280 w 2746124"/>
                <a:gd name="connsiteY2" fmla="*/ 741065 h 1407557"/>
                <a:gd name="connsiteX3" fmla="*/ -589181 w 2746124"/>
                <a:gd name="connsiteY3" fmla="*/ 701966 h 1407557"/>
                <a:gd name="connsiteX4" fmla="*/ -550082 w 2746124"/>
                <a:gd name="connsiteY4" fmla="*/ 741065 h 1407557"/>
                <a:gd name="connsiteX0" fmla="*/ -340337 w 2746124"/>
                <a:gd name="connsiteY0" fmla="*/ 737822 h 1407557"/>
                <a:gd name="connsiteX1" fmla="*/ -418535 w 2746124"/>
                <a:gd name="connsiteY1" fmla="*/ 816020 h 1407557"/>
                <a:gd name="connsiteX2" fmla="*/ -496733 w 2746124"/>
                <a:gd name="connsiteY2" fmla="*/ 737822 h 1407557"/>
                <a:gd name="connsiteX3" fmla="*/ -418535 w 2746124"/>
                <a:gd name="connsiteY3" fmla="*/ 659624 h 1407557"/>
                <a:gd name="connsiteX4" fmla="*/ -340337 w 2746124"/>
                <a:gd name="connsiteY4" fmla="*/ 737822 h 1407557"/>
                <a:gd name="connsiteX0" fmla="*/ -52408 w 2746124"/>
                <a:gd name="connsiteY0" fmla="*/ 733094 h 1407557"/>
                <a:gd name="connsiteX1" fmla="*/ -169704 w 2746124"/>
                <a:gd name="connsiteY1" fmla="*/ 850390 h 1407557"/>
                <a:gd name="connsiteX2" fmla="*/ -287000 w 2746124"/>
                <a:gd name="connsiteY2" fmla="*/ 733094 h 1407557"/>
                <a:gd name="connsiteX3" fmla="*/ -169704 w 2746124"/>
                <a:gd name="connsiteY3" fmla="*/ 615798 h 1407557"/>
                <a:gd name="connsiteX4" fmla="*/ -52408 w 2746124"/>
                <a:gd name="connsiteY4" fmla="*/ 733094 h 1407557"/>
                <a:gd name="connsiteX0" fmla="*/ 298323 w 2746124"/>
                <a:gd name="connsiteY0" fmla="*/ 852907 h 1407557"/>
                <a:gd name="connsiteX1" fmla="*/ 137306 w 2746124"/>
                <a:gd name="connsiteY1" fmla="*/ 826939 h 1407557"/>
                <a:gd name="connsiteX2" fmla="*/ 440396 w 2746124"/>
                <a:gd name="connsiteY2" fmla="*/ 1137091 h 1407557"/>
                <a:gd name="connsiteX3" fmla="*/ 369963 w 2746124"/>
                <a:gd name="connsiteY3" fmla="*/ 1149504 h 1407557"/>
                <a:gd name="connsiteX4" fmla="*/ 1047468 w 2746124"/>
                <a:gd name="connsiteY4" fmla="*/ 1273643 h 1407557"/>
                <a:gd name="connsiteX5" fmla="*/ 1005005 w 2746124"/>
                <a:gd name="connsiteY5" fmla="*/ 1216950 h 1407557"/>
                <a:gd name="connsiteX6" fmla="*/ 1832465 w 2746124"/>
                <a:gd name="connsiteY6" fmla="*/ 1132268 h 1407557"/>
                <a:gd name="connsiteX7" fmla="*/ 1815493 w 2746124"/>
                <a:gd name="connsiteY7" fmla="*/ 1194468 h 1407557"/>
                <a:gd name="connsiteX8" fmla="*/ 2169501 w 2746124"/>
                <a:gd name="connsiteY8" fmla="*/ 747894 h 1407557"/>
                <a:gd name="connsiteX9" fmla="*/ 2376160 w 2746124"/>
                <a:gd name="connsiteY9" fmla="*/ 980402 h 1407557"/>
                <a:gd name="connsiteX10" fmla="*/ 2657002 w 2746124"/>
                <a:gd name="connsiteY10" fmla="*/ 500269 h 1407557"/>
                <a:gd name="connsiteX11" fmla="*/ 2564956 w 2746124"/>
                <a:gd name="connsiteY11" fmla="*/ 587459 h 1407557"/>
                <a:gd name="connsiteX12" fmla="*/ 2436167 w 2746124"/>
                <a:gd name="connsiteY12" fmla="*/ 176791 h 1407557"/>
                <a:gd name="connsiteX13" fmla="*/ 2440999 w 2746124"/>
                <a:gd name="connsiteY13" fmla="*/ 217975 h 1407557"/>
                <a:gd name="connsiteX14" fmla="*/ 1848421 w 2746124"/>
                <a:gd name="connsiteY14" fmla="*/ 128765 h 1407557"/>
                <a:gd name="connsiteX15" fmla="*/ 1895588 w 2746124"/>
                <a:gd name="connsiteY15" fmla="*/ 76242 h 1407557"/>
                <a:gd name="connsiteX16" fmla="*/ 1407452 w 2746124"/>
                <a:gd name="connsiteY16" fmla="*/ 153788 h 1407557"/>
                <a:gd name="connsiteX17" fmla="*/ 1430272 w 2746124"/>
                <a:gd name="connsiteY17" fmla="*/ 108499 h 1407557"/>
                <a:gd name="connsiteX18" fmla="*/ 889947 w 2746124"/>
                <a:gd name="connsiteY18" fmla="*/ 169167 h 1407557"/>
                <a:gd name="connsiteX19" fmla="*/ 972585 w 2746124"/>
                <a:gd name="connsiteY19" fmla="*/ 213088 h 1407557"/>
                <a:gd name="connsiteX20" fmla="*/ 262343 w 2746124"/>
                <a:gd name="connsiteY20" fmla="*/ 514442 h 1407557"/>
                <a:gd name="connsiteX21" fmla="*/ 247913 w 2746124"/>
                <a:gd name="connsiteY21" fmla="*/ 468208 h 140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746124" h="1407557" extrusionOk="0">
                  <a:moveTo>
                    <a:pt x="247913" y="468208"/>
                  </a:moveTo>
                  <a:cubicBezTo>
                    <a:pt x="212131" y="391111"/>
                    <a:pt x="271461" y="293367"/>
                    <a:pt x="357441" y="225046"/>
                  </a:cubicBezTo>
                  <a:cubicBezTo>
                    <a:pt x="531539" y="139235"/>
                    <a:pt x="664227" y="84296"/>
                    <a:pt x="890265" y="169493"/>
                  </a:cubicBezTo>
                  <a:cubicBezTo>
                    <a:pt x="960802" y="32643"/>
                    <a:pt x="1293562" y="8795"/>
                    <a:pt x="1427475" y="111822"/>
                  </a:cubicBezTo>
                  <a:cubicBezTo>
                    <a:pt x="1475570" y="33514"/>
                    <a:pt x="1548580" y="38143"/>
                    <a:pt x="1636804" y="6516"/>
                  </a:cubicBezTo>
                  <a:cubicBezTo>
                    <a:pt x="1739223" y="-1726"/>
                    <a:pt x="1832461" y="16930"/>
                    <a:pt x="1896414" y="80836"/>
                  </a:cubicBezTo>
                  <a:cubicBezTo>
                    <a:pt x="1968574" y="-1750"/>
                    <a:pt x="2124859" y="-2254"/>
                    <a:pt x="2254300" y="22481"/>
                  </a:cubicBezTo>
                  <a:cubicBezTo>
                    <a:pt x="2352033" y="50325"/>
                    <a:pt x="2408669" y="106535"/>
                    <a:pt x="2435786" y="181679"/>
                  </a:cubicBezTo>
                  <a:cubicBezTo>
                    <a:pt x="2550615" y="207811"/>
                    <a:pt x="2640739" y="270635"/>
                    <a:pt x="2668698" y="336184"/>
                  </a:cubicBezTo>
                  <a:cubicBezTo>
                    <a:pt x="2681705" y="380097"/>
                    <a:pt x="2687882" y="437070"/>
                    <a:pt x="2658273" y="503722"/>
                  </a:cubicBezTo>
                  <a:cubicBezTo>
                    <a:pt x="2763778" y="574686"/>
                    <a:pt x="2790231" y="664573"/>
                    <a:pt x="2734427" y="759885"/>
                  </a:cubicBezTo>
                  <a:cubicBezTo>
                    <a:pt x="2731886" y="906379"/>
                    <a:pt x="2545240" y="984700"/>
                    <a:pt x="2377685" y="984116"/>
                  </a:cubicBezTo>
                  <a:cubicBezTo>
                    <a:pt x="2363104" y="1072593"/>
                    <a:pt x="2347084" y="1120523"/>
                    <a:pt x="2249978" y="1176254"/>
                  </a:cubicBezTo>
                  <a:cubicBezTo>
                    <a:pt x="2138818" y="1257228"/>
                    <a:pt x="1941812" y="1248648"/>
                    <a:pt x="1815175" y="1199518"/>
                  </a:cubicBezTo>
                  <a:cubicBezTo>
                    <a:pt x="1748972" y="1312643"/>
                    <a:pt x="1641401" y="1344402"/>
                    <a:pt x="1504456" y="1404494"/>
                  </a:cubicBezTo>
                  <a:cubicBezTo>
                    <a:pt x="1321560" y="1421230"/>
                    <a:pt x="1146809" y="1405765"/>
                    <a:pt x="1047595" y="1279378"/>
                  </a:cubicBezTo>
                  <a:cubicBezTo>
                    <a:pt x="758573" y="1411953"/>
                    <a:pt x="533283" y="1354498"/>
                    <a:pt x="368946" y="1155760"/>
                  </a:cubicBezTo>
                  <a:cubicBezTo>
                    <a:pt x="257138" y="1172130"/>
                    <a:pt x="109513" y="1113652"/>
                    <a:pt x="70560" y="1018198"/>
                  </a:cubicBezTo>
                  <a:cubicBezTo>
                    <a:pt x="50514" y="963579"/>
                    <a:pt x="85259" y="882267"/>
                    <a:pt x="134318" y="832511"/>
                  </a:cubicBezTo>
                  <a:cubicBezTo>
                    <a:pt x="24612" y="792332"/>
                    <a:pt x="-10778" y="711543"/>
                    <a:pt x="-318" y="642002"/>
                  </a:cubicBezTo>
                  <a:cubicBezTo>
                    <a:pt x="3422" y="548839"/>
                    <a:pt x="119461" y="484685"/>
                    <a:pt x="245561" y="472671"/>
                  </a:cubicBezTo>
                  <a:cubicBezTo>
                    <a:pt x="246649" y="470992"/>
                    <a:pt x="246962" y="469768"/>
                    <a:pt x="247913" y="468208"/>
                  </a:cubicBezTo>
                  <a:close/>
                </a:path>
                <a:path w="2746124" h="1407557" extrusionOk="0">
                  <a:moveTo>
                    <a:pt x="-550082" y="741065"/>
                  </a:moveTo>
                  <a:cubicBezTo>
                    <a:pt x="-548834" y="757525"/>
                    <a:pt x="-562721" y="781902"/>
                    <a:pt x="-589181" y="780164"/>
                  </a:cubicBezTo>
                  <a:cubicBezTo>
                    <a:pt x="-609593" y="783129"/>
                    <a:pt x="-623065" y="763166"/>
                    <a:pt x="-628280" y="741065"/>
                  </a:cubicBezTo>
                  <a:cubicBezTo>
                    <a:pt x="-630921" y="720050"/>
                    <a:pt x="-606942" y="706494"/>
                    <a:pt x="-589181" y="701966"/>
                  </a:cubicBezTo>
                  <a:cubicBezTo>
                    <a:pt x="-567425" y="700942"/>
                    <a:pt x="-546236" y="718551"/>
                    <a:pt x="-550082" y="741065"/>
                  </a:cubicBezTo>
                  <a:close/>
                </a:path>
                <a:path w="2746124" h="1407557" extrusionOk="0">
                  <a:moveTo>
                    <a:pt x="-340337" y="737822"/>
                  </a:moveTo>
                  <a:cubicBezTo>
                    <a:pt x="-347705" y="787116"/>
                    <a:pt x="-374069" y="816148"/>
                    <a:pt x="-418535" y="816020"/>
                  </a:cubicBezTo>
                  <a:cubicBezTo>
                    <a:pt x="-465025" y="809635"/>
                    <a:pt x="-504945" y="789235"/>
                    <a:pt x="-496733" y="737822"/>
                  </a:cubicBezTo>
                  <a:cubicBezTo>
                    <a:pt x="-490971" y="698367"/>
                    <a:pt x="-455577" y="648668"/>
                    <a:pt x="-418535" y="659624"/>
                  </a:cubicBezTo>
                  <a:cubicBezTo>
                    <a:pt x="-370653" y="654375"/>
                    <a:pt x="-339825" y="695911"/>
                    <a:pt x="-340337" y="737822"/>
                  </a:cubicBezTo>
                  <a:close/>
                </a:path>
                <a:path w="2746124" h="1407557" extrusionOk="0">
                  <a:moveTo>
                    <a:pt x="-52408" y="733094"/>
                  </a:moveTo>
                  <a:cubicBezTo>
                    <a:pt x="-46509" y="794242"/>
                    <a:pt x="-87203" y="842988"/>
                    <a:pt x="-169704" y="850390"/>
                  </a:cubicBezTo>
                  <a:cubicBezTo>
                    <a:pt x="-232547" y="848350"/>
                    <a:pt x="-288883" y="796195"/>
                    <a:pt x="-287000" y="733094"/>
                  </a:cubicBezTo>
                  <a:cubicBezTo>
                    <a:pt x="-282164" y="653458"/>
                    <a:pt x="-222378" y="612587"/>
                    <a:pt x="-169704" y="615798"/>
                  </a:cubicBezTo>
                  <a:cubicBezTo>
                    <a:pt x="-110781" y="610498"/>
                    <a:pt x="-50159" y="658582"/>
                    <a:pt x="-52408" y="733094"/>
                  </a:cubicBezTo>
                  <a:close/>
                </a:path>
                <a:path w="2746124" h="1407557" fill="none" extrusionOk="0">
                  <a:moveTo>
                    <a:pt x="298323" y="852907"/>
                  </a:moveTo>
                  <a:cubicBezTo>
                    <a:pt x="237989" y="861183"/>
                    <a:pt x="193177" y="849469"/>
                    <a:pt x="137306" y="826939"/>
                  </a:cubicBezTo>
                  <a:moveTo>
                    <a:pt x="440396" y="1137091"/>
                  </a:moveTo>
                  <a:cubicBezTo>
                    <a:pt x="415544" y="1140533"/>
                    <a:pt x="391378" y="1147531"/>
                    <a:pt x="369963" y="1149504"/>
                  </a:cubicBezTo>
                  <a:moveTo>
                    <a:pt x="1047468" y="1273643"/>
                  </a:moveTo>
                  <a:cubicBezTo>
                    <a:pt x="1030442" y="1250970"/>
                    <a:pt x="1015940" y="1234518"/>
                    <a:pt x="1005005" y="1216950"/>
                  </a:cubicBezTo>
                  <a:moveTo>
                    <a:pt x="1832465" y="1132268"/>
                  </a:moveTo>
                  <a:cubicBezTo>
                    <a:pt x="1830256" y="1150971"/>
                    <a:pt x="1818488" y="1175715"/>
                    <a:pt x="1815493" y="1194468"/>
                  </a:cubicBezTo>
                  <a:moveTo>
                    <a:pt x="2169501" y="747894"/>
                  </a:moveTo>
                  <a:cubicBezTo>
                    <a:pt x="2296672" y="772549"/>
                    <a:pt x="2401728" y="889298"/>
                    <a:pt x="2376160" y="980402"/>
                  </a:cubicBezTo>
                  <a:moveTo>
                    <a:pt x="2657002" y="500269"/>
                  </a:moveTo>
                  <a:cubicBezTo>
                    <a:pt x="2634866" y="532752"/>
                    <a:pt x="2612130" y="558895"/>
                    <a:pt x="2564956" y="587459"/>
                  </a:cubicBezTo>
                  <a:moveTo>
                    <a:pt x="2436167" y="176791"/>
                  </a:moveTo>
                  <a:cubicBezTo>
                    <a:pt x="2435799" y="191751"/>
                    <a:pt x="2443773" y="206700"/>
                    <a:pt x="2440999" y="217975"/>
                  </a:cubicBezTo>
                  <a:moveTo>
                    <a:pt x="1848421" y="128765"/>
                  </a:moveTo>
                  <a:cubicBezTo>
                    <a:pt x="1859354" y="108591"/>
                    <a:pt x="1876244" y="85310"/>
                    <a:pt x="1895588" y="76242"/>
                  </a:cubicBezTo>
                  <a:moveTo>
                    <a:pt x="1407452" y="153788"/>
                  </a:moveTo>
                  <a:cubicBezTo>
                    <a:pt x="1409941" y="142217"/>
                    <a:pt x="1420513" y="123554"/>
                    <a:pt x="1430272" y="108499"/>
                  </a:cubicBezTo>
                  <a:moveTo>
                    <a:pt x="889947" y="169167"/>
                  </a:moveTo>
                  <a:cubicBezTo>
                    <a:pt x="923287" y="173480"/>
                    <a:pt x="945915" y="187947"/>
                    <a:pt x="972585" y="213088"/>
                  </a:cubicBezTo>
                  <a:moveTo>
                    <a:pt x="262343" y="514442"/>
                  </a:moveTo>
                  <a:cubicBezTo>
                    <a:pt x="253146" y="499824"/>
                    <a:pt x="250229" y="486749"/>
                    <a:pt x="247913" y="468208"/>
                  </a:cubicBezTo>
                </a:path>
              </a:pathLst>
            </a:custGeom>
            <a:noFill/>
            <a:ln w="19050" cap="flat" cmpd="sng" algn="ctr">
              <a:solidFill>
                <a:srgbClr val="FFC627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2665330650">
                    <a:prstGeom prst="cloudCallout">
                      <a:avLst>
                        <a:gd name="adj1" fmla="val -71455"/>
                        <a:gd name="adj2" fmla="val 2649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</a:rPr>
                <a:t>Hey, MapReduce we have a job 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610FDA4-2D6F-BA4A-D027-6744B6627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0538" y="2713885"/>
              <a:ext cx="403078" cy="403078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47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L 0.2082 0.00602 " pathEditMode="relative" rAng="0" ptsTypes="AA">
                                      <p:cBhvr>
                                        <p:cTn id="6" dur="2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04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6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6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8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 descr="A picture containing clipart, graphics, symbol, circle&#10;&#10;Description automatically generated">
            <a:extLst>
              <a:ext uri="{FF2B5EF4-FFF2-40B4-BE49-F238E27FC236}">
                <a16:creationId xmlns:a16="http://schemas.microsoft.com/office/drawing/2014/main" id="{DA33BF7C-83D9-9BDC-AA41-5178A4BB52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6" t="2722" r="1861" b="7367"/>
          <a:stretch/>
        </p:blipFill>
        <p:spPr>
          <a:xfrm rot="20454693">
            <a:off x="3930184" y="4171360"/>
            <a:ext cx="707806" cy="679874"/>
          </a:xfrm>
          <a:prstGeom prst="flowChartConnector">
            <a:avLst/>
          </a:prstGeom>
        </p:spPr>
      </p:pic>
      <p:pic>
        <p:nvPicPr>
          <p:cNvPr id="62" name="Picture 61" descr="A picture containing clipart, graphics, symbol, circle&#10;&#10;Description automatically generated">
            <a:extLst>
              <a:ext uri="{FF2B5EF4-FFF2-40B4-BE49-F238E27FC236}">
                <a16:creationId xmlns:a16="http://schemas.microsoft.com/office/drawing/2014/main" id="{ABFA571F-7710-953B-39AC-D355126685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6" t="2722" r="1861" b="7367"/>
          <a:stretch/>
        </p:blipFill>
        <p:spPr>
          <a:xfrm rot="20454693">
            <a:off x="7694821" y="4137663"/>
            <a:ext cx="707806" cy="679874"/>
          </a:xfrm>
          <a:prstGeom prst="flowChartConnector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8AD36C9-3523-175A-792A-E73090EC2491}"/>
              </a:ext>
            </a:extLst>
          </p:cNvPr>
          <p:cNvGrpSpPr/>
          <p:nvPr/>
        </p:nvGrpSpPr>
        <p:grpSpPr>
          <a:xfrm>
            <a:off x="7816824" y="738284"/>
            <a:ext cx="1088464" cy="946795"/>
            <a:chOff x="9561157" y="5195706"/>
            <a:chExt cx="1088464" cy="94679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AEC518-343A-2D43-4EE7-1ADF734EB25A}"/>
                </a:ext>
              </a:extLst>
            </p:cNvPr>
            <p:cNvSpPr txBox="1"/>
            <p:nvPr/>
          </p:nvSpPr>
          <p:spPr>
            <a:xfrm>
              <a:off x="9561157" y="5834724"/>
              <a:ext cx="1088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2060"/>
                  </a:solidFill>
                </a:rPr>
                <a:t>Reducer</a:t>
              </a:r>
              <a:endParaRPr 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15" name="Picture 14" descr="A picture containing circle, graphics, gear, design&#10;&#10;Description automatically generated">
              <a:extLst>
                <a:ext uri="{FF2B5EF4-FFF2-40B4-BE49-F238E27FC236}">
                  <a16:creationId xmlns:a16="http://schemas.microsoft.com/office/drawing/2014/main" id="{4D76260E-6706-EA79-AAEC-A041E5ECA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389" y="5195706"/>
              <a:ext cx="720000" cy="720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1E8B27-B9BB-A2BF-7747-513385013465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2314575" y="1847850"/>
            <a:ext cx="37814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EFE66D-13F0-BF5F-6AA7-5509B87BA4A8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6096000" y="1847850"/>
            <a:ext cx="476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C07D8C-1ECF-DC10-D4EC-9D6CD55943C7}"/>
              </a:ext>
            </a:extLst>
          </p:cNvPr>
          <p:cNvCxnSpPr>
            <a:cxnSpLocks/>
            <a:stCxn id="11" idx="2"/>
            <a:endCxn id="33" idx="0"/>
          </p:cNvCxnSpPr>
          <p:nvPr/>
        </p:nvCxnSpPr>
        <p:spPr>
          <a:xfrm>
            <a:off x="6096000" y="1847850"/>
            <a:ext cx="387667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62388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Distributed Map and Reduce to slaves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DD5EEE-81C8-CE0E-A67C-D2C049789FD9}"/>
              </a:ext>
            </a:extLst>
          </p:cNvPr>
          <p:cNvSpPr txBox="1"/>
          <p:nvPr/>
        </p:nvSpPr>
        <p:spPr>
          <a:xfrm rot="19802440">
            <a:off x="2546465" y="2934482"/>
            <a:ext cx="1987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9CD5CB-8621-C076-285E-AA89010DEBBB}"/>
              </a:ext>
            </a:extLst>
          </p:cNvPr>
          <p:cNvSpPr txBox="1"/>
          <p:nvPr/>
        </p:nvSpPr>
        <p:spPr>
          <a:xfrm rot="16200000">
            <a:off x="5029160" y="2803644"/>
            <a:ext cx="190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87ECB0-7AE4-F409-2FB6-DD3F2D23EFB8}"/>
              </a:ext>
            </a:extLst>
          </p:cNvPr>
          <p:cNvSpPr txBox="1"/>
          <p:nvPr/>
        </p:nvSpPr>
        <p:spPr>
          <a:xfrm rot="1830378">
            <a:off x="7060781" y="2675839"/>
            <a:ext cx="2280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Reduce Function To Slave #5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940795-45BD-92F0-090F-8AECC45FA159}"/>
              </a:ext>
            </a:extLst>
          </p:cNvPr>
          <p:cNvGrpSpPr/>
          <p:nvPr/>
        </p:nvGrpSpPr>
        <p:grpSpPr>
          <a:xfrm>
            <a:off x="6963495" y="805525"/>
            <a:ext cx="901674" cy="901674"/>
            <a:chOff x="3071514" y="1137940"/>
            <a:chExt cx="1610325" cy="1610325"/>
          </a:xfrm>
        </p:grpSpPr>
        <p:pic>
          <p:nvPicPr>
            <p:cNvPr id="50" name="Picture 49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9EA49428-E74D-7F54-8A2D-9EE20D95C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85853D-3AA1-70C1-DF69-A7F4D7CF69E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75F95E-EBA7-5339-F705-ACAE6E64D749}"/>
              </a:ext>
            </a:extLst>
          </p:cNvPr>
          <p:cNvGrpSpPr/>
          <p:nvPr/>
        </p:nvGrpSpPr>
        <p:grpSpPr>
          <a:xfrm>
            <a:off x="6963495" y="819486"/>
            <a:ext cx="901674" cy="901674"/>
            <a:chOff x="3071514" y="1137940"/>
            <a:chExt cx="1610325" cy="1610325"/>
          </a:xfrm>
        </p:grpSpPr>
        <p:pic>
          <p:nvPicPr>
            <p:cNvPr id="5" name="Picture 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30ED3A07-EFFC-0676-53C6-32B04395D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A1D4DB-A4C3-8834-FEE7-EE1F8F909CA3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95F7F0B6-1EA4-375C-1317-8C1BCDE885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F2E40BA7-B5D7-72F9-4C39-C561CB46F8D1}"/>
              </a:ext>
            </a:extLst>
          </p:cNvPr>
          <p:cNvCxnSpPr>
            <a:stCxn id="36" idx="3"/>
            <a:endCxn id="11" idx="1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47516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7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81481E-6 L -0.35729 0.485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65" y="242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85185E-6 L -0.04583 0.4851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2425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7 L 0.10299 -3.7037E-7 C 0.14922 -3.7037E-7 0.20612 0.13403 0.20612 0.24306 L 0.20612 0.48611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99" y="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22222E-6 L -0.00313 -0.1268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634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7037E-7 L -0.00455 -0.1275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" y="-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8" grpId="0"/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56780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Map Function Began the work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40" name="Picture 39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92974B09-F054-ACD7-36EC-7F727CE350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14:cNvPr>
              <p14:cNvContentPartPr/>
              <p14:nvPr/>
            </p14:nvContentPartPr>
            <p14:xfrm>
              <a:off x="10875760" y="4423560"/>
              <a:ext cx="87840" cy="6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57760" y="4405560"/>
                <a:ext cx="12348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Picture 64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391F0DA-B0DD-49DC-3937-F5B551AA17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F27E40-0E2F-B120-616A-4D22766FC9F5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A016A8-FCD7-7C14-6CD2-E27D0B1FDB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A2D41D5-36E3-68BA-8033-095316D83E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CCB216-6FA7-E3E4-75FD-3454EA9EBD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672924D-9F09-8965-3D54-F7B80EC69F8D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87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409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Post Chunks To Slaves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40" name="Picture 39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92974B09-F054-ACD7-36EC-7F727CE350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14:cNvPr>
              <p14:cNvContentPartPr/>
              <p14:nvPr/>
            </p14:nvContentPartPr>
            <p14:xfrm>
              <a:off x="10875760" y="4423560"/>
              <a:ext cx="87840" cy="6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57760" y="4405560"/>
                <a:ext cx="12348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Picture 64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391F0DA-B0DD-49DC-3937-F5B551AA17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929" y="4423560"/>
            <a:ext cx="354496" cy="354496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A38E2CB0-A68B-5B4C-091D-3AA3907EA152}"/>
              </a:ext>
            </a:extLst>
          </p:cNvPr>
          <p:cNvGrpSpPr/>
          <p:nvPr/>
        </p:nvGrpSpPr>
        <p:grpSpPr>
          <a:xfrm>
            <a:off x="1082334" y="5276903"/>
            <a:ext cx="1288800" cy="1389600"/>
            <a:chOff x="414731" y="4191053"/>
            <a:chExt cx="1337925" cy="152013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EA4CB74-8ABF-555A-C196-C08382C84D5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" name="Picture 1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E5CB63D-CF96-0AE0-DB13-2B324F765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1" name="Picture 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0D1C5AD-F41F-7B1D-0FA5-C61E9DA7AE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227E28-FD6F-E1DB-F9D1-397FBD8113F3}"/>
                </a:ext>
              </a:extLst>
            </p:cNvPr>
            <p:cNvSpPr txBox="1"/>
            <p:nvPr/>
          </p:nvSpPr>
          <p:spPr>
            <a:xfrm>
              <a:off x="669231" y="446117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85EEC-A4E6-1AC1-BB03-C0CF29CDCDD8}"/>
                </a:ext>
              </a:extLst>
            </p:cNvPr>
            <p:cNvSpPr txBox="1"/>
            <p:nvPr/>
          </p:nvSpPr>
          <p:spPr>
            <a:xfrm>
              <a:off x="680452" y="4778056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58E304-6DC5-8AF8-6094-5723EF55482A}"/>
                </a:ext>
              </a:extLst>
            </p:cNvPr>
            <p:cNvSpPr txBox="1"/>
            <p:nvPr/>
          </p:nvSpPr>
          <p:spPr>
            <a:xfrm>
              <a:off x="676445" y="5090140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AB50E4-56D6-41E5-E8DA-5A67EA1F18E1}"/>
                </a:ext>
              </a:extLst>
            </p:cNvPr>
            <p:cNvSpPr txBox="1"/>
            <p:nvPr/>
          </p:nvSpPr>
          <p:spPr>
            <a:xfrm>
              <a:off x="666827" y="5381745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A1A51F-C653-A9C2-22CF-DAACBA598A34}"/>
                </a:ext>
              </a:extLst>
            </p:cNvPr>
            <p:cNvSpPr txBox="1"/>
            <p:nvPr/>
          </p:nvSpPr>
          <p:spPr>
            <a:xfrm>
              <a:off x="1041781" y="450058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6888E-96DA-A823-A327-880DC82CECAB}"/>
                </a:ext>
              </a:extLst>
            </p:cNvPr>
            <p:cNvSpPr txBox="1"/>
            <p:nvPr/>
          </p:nvSpPr>
          <p:spPr>
            <a:xfrm>
              <a:off x="1041781" y="482422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7BACFA-E134-25B0-7315-DAACB3FD3075}"/>
                </a:ext>
              </a:extLst>
            </p:cNvPr>
            <p:cNvSpPr txBox="1"/>
            <p:nvPr/>
          </p:nvSpPr>
          <p:spPr>
            <a:xfrm>
              <a:off x="1041781" y="5126117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256E46-BBD0-2E49-931E-3AAAAA859A3C}"/>
                </a:ext>
              </a:extLst>
            </p:cNvPr>
            <p:cNvSpPr txBox="1"/>
            <p:nvPr/>
          </p:nvSpPr>
          <p:spPr>
            <a:xfrm>
              <a:off x="1041781" y="5410758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6CC6BD7-BB9B-0895-160B-51F2BC7D11B2}"/>
              </a:ext>
            </a:extLst>
          </p:cNvPr>
          <p:cNvGrpSpPr/>
          <p:nvPr/>
        </p:nvGrpSpPr>
        <p:grpSpPr>
          <a:xfrm>
            <a:off x="2110419" y="5307512"/>
            <a:ext cx="1288800" cy="1410801"/>
            <a:chOff x="7932112" y="1485450"/>
            <a:chExt cx="1337925" cy="157988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B20B668-6F90-232E-76E9-ABC7DB28EFE3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57" name="Picture 5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C45033B-36B1-DF50-88B5-A0AF84F706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8" name="Picture 5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E7442A1-1CF5-42CA-0A27-9E497B4D50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9C43662-B76F-4242-B78B-F192A3C65E56}"/>
                </a:ext>
              </a:extLst>
            </p:cNvPr>
            <p:cNvSpPr txBox="1"/>
            <p:nvPr/>
          </p:nvSpPr>
          <p:spPr>
            <a:xfrm>
              <a:off x="8212086" y="1763534"/>
              <a:ext cx="39024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BE2C40A-7D33-3CDC-7E61-C162FD7E5B9B}"/>
                </a:ext>
              </a:extLst>
            </p:cNvPr>
            <p:cNvSpPr txBox="1"/>
            <p:nvPr/>
          </p:nvSpPr>
          <p:spPr>
            <a:xfrm>
              <a:off x="8223306" y="2080416"/>
              <a:ext cx="371112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FD162F-D456-BEBA-B000-293617C60F69}"/>
                </a:ext>
              </a:extLst>
            </p:cNvPr>
            <p:cNvSpPr txBox="1"/>
            <p:nvPr/>
          </p:nvSpPr>
          <p:spPr>
            <a:xfrm>
              <a:off x="8219301" y="2392497"/>
              <a:ext cx="375894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A5AA418-FBA6-5C9E-9B89-405E35AFF68A}"/>
                </a:ext>
              </a:extLst>
            </p:cNvPr>
            <p:cNvSpPr txBox="1"/>
            <p:nvPr/>
          </p:nvSpPr>
          <p:spPr>
            <a:xfrm>
              <a:off x="8209682" y="2684105"/>
              <a:ext cx="397416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00AA51D-DB95-C8C6-BE15-ACF6E64F28F7}"/>
                </a:ext>
              </a:extLst>
            </p:cNvPr>
            <p:cNvSpPr txBox="1"/>
            <p:nvPr/>
          </p:nvSpPr>
          <p:spPr>
            <a:xfrm>
              <a:off x="8584636" y="1802948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7E673B1-99DD-82E1-1AE1-C071A80B4494}"/>
                </a:ext>
              </a:extLst>
            </p:cNvPr>
            <p:cNvSpPr txBox="1"/>
            <p:nvPr/>
          </p:nvSpPr>
          <p:spPr>
            <a:xfrm>
              <a:off x="8584636" y="2126581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8E6D7AF-FAA5-67E4-7F58-69A9023CEA47}"/>
                </a:ext>
              </a:extLst>
            </p:cNvPr>
            <p:cNvSpPr txBox="1"/>
            <p:nvPr/>
          </p:nvSpPr>
          <p:spPr>
            <a:xfrm>
              <a:off x="8584636" y="2428476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5FF9E84-8BE9-65CE-1661-E50BE8DBF62F}"/>
                </a:ext>
              </a:extLst>
            </p:cNvPr>
            <p:cNvSpPr txBox="1"/>
            <p:nvPr/>
          </p:nvSpPr>
          <p:spPr>
            <a:xfrm>
              <a:off x="8584636" y="2713117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4E2E246-F3F8-5886-EDE8-175EB6BE4319}"/>
              </a:ext>
            </a:extLst>
          </p:cNvPr>
          <p:cNvGrpSpPr/>
          <p:nvPr/>
        </p:nvGrpSpPr>
        <p:grpSpPr>
          <a:xfrm>
            <a:off x="5055762" y="5246697"/>
            <a:ext cx="1288800" cy="1389600"/>
            <a:chOff x="10118099" y="1504743"/>
            <a:chExt cx="1337925" cy="1544635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A5FEEC2-CC70-6D85-62DF-726A3044A661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70" name="Picture 6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BE55190-8549-4E4D-B2CF-9DF6CE1A86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71" name="Picture 7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009434D6-D613-27C0-A40A-8CAEB46A2D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43B35D5-625C-8102-5C95-E2A8461BEC25}"/>
                </a:ext>
              </a:extLst>
            </p:cNvPr>
            <p:cNvSpPr txBox="1"/>
            <p:nvPr/>
          </p:nvSpPr>
          <p:spPr>
            <a:xfrm>
              <a:off x="10400229" y="1805642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81740E6-2C91-4C9A-8DFE-95116A68C996}"/>
                </a:ext>
              </a:extLst>
            </p:cNvPr>
            <p:cNvSpPr txBox="1"/>
            <p:nvPr/>
          </p:nvSpPr>
          <p:spPr>
            <a:xfrm>
              <a:off x="10411450" y="2122524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81DA9BD-BBAA-6D1A-9F7E-243B14493628}"/>
                </a:ext>
              </a:extLst>
            </p:cNvPr>
            <p:cNvSpPr txBox="1"/>
            <p:nvPr/>
          </p:nvSpPr>
          <p:spPr>
            <a:xfrm>
              <a:off x="10407444" y="2434608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A049887-20FF-81A0-7EE4-1451B3F5FB60}"/>
                </a:ext>
              </a:extLst>
            </p:cNvPr>
            <p:cNvSpPr txBox="1"/>
            <p:nvPr/>
          </p:nvSpPr>
          <p:spPr>
            <a:xfrm>
              <a:off x="10397826" y="2726213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D26B914-4F7A-CFB0-D41B-CE087D6747F2}"/>
                </a:ext>
              </a:extLst>
            </p:cNvPr>
            <p:cNvSpPr txBox="1"/>
            <p:nvPr/>
          </p:nvSpPr>
          <p:spPr>
            <a:xfrm>
              <a:off x="10781418" y="179140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23A7B26-929B-90D6-4609-33DB26556F44}"/>
                </a:ext>
              </a:extLst>
            </p:cNvPr>
            <p:cNvSpPr txBox="1"/>
            <p:nvPr/>
          </p:nvSpPr>
          <p:spPr>
            <a:xfrm>
              <a:off x="10781418" y="211503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3A1AEA9-FBB1-7E20-03B5-C91F86B27371}"/>
                </a:ext>
              </a:extLst>
            </p:cNvPr>
            <p:cNvSpPr txBox="1"/>
            <p:nvPr/>
          </p:nvSpPr>
          <p:spPr>
            <a:xfrm>
              <a:off x="10781418" y="2416928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253D5DD-4DD6-F87F-2F6D-703F4C8D2265}"/>
                </a:ext>
              </a:extLst>
            </p:cNvPr>
            <p:cNvSpPr txBox="1"/>
            <p:nvPr/>
          </p:nvSpPr>
          <p:spPr>
            <a:xfrm>
              <a:off x="10781418" y="270156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D76D122-7A18-E6B9-AA98-7EEDCA544F9F}"/>
              </a:ext>
            </a:extLst>
          </p:cNvPr>
          <p:cNvGrpSpPr/>
          <p:nvPr/>
        </p:nvGrpSpPr>
        <p:grpSpPr>
          <a:xfrm>
            <a:off x="6056609" y="5273795"/>
            <a:ext cx="1288800" cy="1389600"/>
            <a:chOff x="10496494" y="5041105"/>
            <a:chExt cx="1337925" cy="152013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E568A63-EEB5-4EE1-000A-D804E06CBF11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81" name="Picture 8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142DB30-F854-B259-C5DD-1D7C627384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2" name="Picture 8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38C7927-EA1C-EC90-DA1C-53D6DA32E7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E9E124D-DF66-A593-3358-332E7086BD3B}"/>
                </a:ext>
              </a:extLst>
            </p:cNvPr>
            <p:cNvSpPr txBox="1"/>
            <p:nvPr/>
          </p:nvSpPr>
          <p:spPr>
            <a:xfrm>
              <a:off x="10750994" y="5311226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EE0D562-93CC-496F-0585-87F9B2143D75}"/>
                </a:ext>
              </a:extLst>
            </p:cNvPr>
            <p:cNvSpPr txBox="1"/>
            <p:nvPr/>
          </p:nvSpPr>
          <p:spPr>
            <a:xfrm>
              <a:off x="10762215" y="5628108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9195BC7-3C28-EF27-819F-E3AB0393036D}"/>
                </a:ext>
              </a:extLst>
            </p:cNvPr>
            <p:cNvSpPr txBox="1"/>
            <p:nvPr/>
          </p:nvSpPr>
          <p:spPr>
            <a:xfrm>
              <a:off x="10758208" y="5940192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7A85C2C-FC86-5EE4-9DCD-889DFC948E09}"/>
                </a:ext>
              </a:extLst>
            </p:cNvPr>
            <p:cNvSpPr txBox="1"/>
            <p:nvPr/>
          </p:nvSpPr>
          <p:spPr>
            <a:xfrm>
              <a:off x="10748590" y="6231797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2FBAA71-094A-6FB8-3DFC-F660B9F1AA9B}"/>
                </a:ext>
              </a:extLst>
            </p:cNvPr>
            <p:cNvSpPr txBox="1"/>
            <p:nvPr/>
          </p:nvSpPr>
          <p:spPr>
            <a:xfrm>
              <a:off x="11123544" y="535064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7F9006E-F624-A9C1-366E-35512F2A5F73}"/>
                </a:ext>
              </a:extLst>
            </p:cNvPr>
            <p:cNvSpPr txBox="1"/>
            <p:nvPr/>
          </p:nvSpPr>
          <p:spPr>
            <a:xfrm>
              <a:off x="11123544" y="56742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E15EC5F-449A-4857-4401-78F9D2078B5B}"/>
                </a:ext>
              </a:extLst>
            </p:cNvPr>
            <p:cNvSpPr txBox="1"/>
            <p:nvPr/>
          </p:nvSpPr>
          <p:spPr>
            <a:xfrm>
              <a:off x="11123544" y="597616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B5D75D4-7B31-615A-501E-92B5F5C29BAC}"/>
                </a:ext>
              </a:extLst>
            </p:cNvPr>
            <p:cNvSpPr txBox="1"/>
            <p:nvPr/>
          </p:nvSpPr>
          <p:spPr>
            <a:xfrm>
              <a:off x="11123544" y="626081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AB37B980-44FE-3BAF-0539-13FF931A47C2}"/>
              </a:ext>
            </a:extLst>
          </p:cNvPr>
          <p:cNvSpPr/>
          <p:nvPr/>
        </p:nvSpPr>
        <p:spPr>
          <a:xfrm>
            <a:off x="8975736" y="2288725"/>
            <a:ext cx="1687468" cy="892625"/>
          </a:xfrm>
          <a:prstGeom prst="cloudCallout">
            <a:avLst>
              <a:gd name="adj1" fmla="val 57500"/>
              <a:gd name="adj2" fmla="val 63988"/>
            </a:avLst>
          </a:prstGeom>
          <a:noFill/>
          <a:ln w="9525" cap="flat" cmpd="sng" algn="ctr">
            <a:solidFill>
              <a:srgbClr val="3FD8D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4B5B2"/>
                </a:solidFill>
              </a:rPr>
              <a:t>Waiting To Get Inputs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F5FF0F-1FD5-DF64-777A-3CB08368563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9057875-A075-2855-167F-9DA3376FA9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B6E811C-BDF4-A58E-75AC-8AA9EA7B34F9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C64B9CD-F776-C0FC-7C72-FBFEB1AC225A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55F1CBD-5551-112F-BC2B-02B335B6156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4CDA3F51-B308-9AC5-5859-B6B6B5FEF21C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18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48148E-6 L 0.08086 -0.15833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36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2361897" cy="409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Post Chunks To Slaves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40" name="Picture 39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92974B09-F054-ACD7-36EC-7F727CE350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14:cNvPr>
              <p14:cNvContentPartPr/>
              <p14:nvPr/>
            </p14:nvContentPartPr>
            <p14:xfrm>
              <a:off x="10875760" y="4423560"/>
              <a:ext cx="87840" cy="6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3799938-56D6-63F5-EF69-83533FC48B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57760" y="4405560"/>
                <a:ext cx="12348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Picture 64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391F0DA-B0DD-49DC-3937-F5B551AA17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929" y="4423560"/>
            <a:ext cx="354496" cy="354496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A38E2CB0-A68B-5B4C-091D-3AA3907EA152}"/>
              </a:ext>
            </a:extLst>
          </p:cNvPr>
          <p:cNvGrpSpPr/>
          <p:nvPr/>
        </p:nvGrpSpPr>
        <p:grpSpPr>
          <a:xfrm>
            <a:off x="1082334" y="5276903"/>
            <a:ext cx="1288800" cy="1389600"/>
            <a:chOff x="414731" y="4191053"/>
            <a:chExt cx="1337925" cy="152013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EA4CB74-8ABF-555A-C196-C08382C84D5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3" name="Picture 1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E5CB63D-CF96-0AE0-DB13-2B324F7658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1" name="Picture 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0D1C5AD-F41F-7B1D-0FA5-C61E9DA7AE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227E28-FD6F-E1DB-F9D1-397FBD8113F3}"/>
                </a:ext>
              </a:extLst>
            </p:cNvPr>
            <p:cNvSpPr txBox="1"/>
            <p:nvPr/>
          </p:nvSpPr>
          <p:spPr>
            <a:xfrm>
              <a:off x="669231" y="446117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85EEC-A4E6-1AC1-BB03-C0CF29CDCDD8}"/>
                </a:ext>
              </a:extLst>
            </p:cNvPr>
            <p:cNvSpPr txBox="1"/>
            <p:nvPr/>
          </p:nvSpPr>
          <p:spPr>
            <a:xfrm>
              <a:off x="680452" y="4778056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858E304-6DC5-8AF8-6094-5723EF55482A}"/>
                </a:ext>
              </a:extLst>
            </p:cNvPr>
            <p:cNvSpPr txBox="1"/>
            <p:nvPr/>
          </p:nvSpPr>
          <p:spPr>
            <a:xfrm>
              <a:off x="676445" y="5090140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AB50E4-56D6-41E5-E8DA-5A67EA1F18E1}"/>
                </a:ext>
              </a:extLst>
            </p:cNvPr>
            <p:cNvSpPr txBox="1"/>
            <p:nvPr/>
          </p:nvSpPr>
          <p:spPr>
            <a:xfrm>
              <a:off x="666827" y="5381745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A1A51F-C653-A9C2-22CF-DAACBA598A34}"/>
                </a:ext>
              </a:extLst>
            </p:cNvPr>
            <p:cNvSpPr txBox="1"/>
            <p:nvPr/>
          </p:nvSpPr>
          <p:spPr>
            <a:xfrm>
              <a:off x="1041781" y="450058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B6888E-96DA-A823-A327-880DC82CECAB}"/>
                </a:ext>
              </a:extLst>
            </p:cNvPr>
            <p:cNvSpPr txBox="1"/>
            <p:nvPr/>
          </p:nvSpPr>
          <p:spPr>
            <a:xfrm>
              <a:off x="1041781" y="482422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7BACFA-E134-25B0-7315-DAACB3FD3075}"/>
                </a:ext>
              </a:extLst>
            </p:cNvPr>
            <p:cNvSpPr txBox="1"/>
            <p:nvPr/>
          </p:nvSpPr>
          <p:spPr>
            <a:xfrm>
              <a:off x="1041781" y="5126117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256E46-BBD0-2E49-931E-3AAAAA859A3C}"/>
                </a:ext>
              </a:extLst>
            </p:cNvPr>
            <p:cNvSpPr txBox="1"/>
            <p:nvPr/>
          </p:nvSpPr>
          <p:spPr>
            <a:xfrm>
              <a:off x="1041781" y="5410758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6CC6BD7-BB9B-0895-160B-51F2BC7D11B2}"/>
              </a:ext>
            </a:extLst>
          </p:cNvPr>
          <p:cNvGrpSpPr/>
          <p:nvPr/>
        </p:nvGrpSpPr>
        <p:grpSpPr>
          <a:xfrm>
            <a:off x="2110419" y="5307512"/>
            <a:ext cx="1288800" cy="1410801"/>
            <a:chOff x="7932112" y="1485450"/>
            <a:chExt cx="1337925" cy="157988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B20B668-6F90-232E-76E9-ABC7DB28EFE3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57" name="Picture 5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C45033B-36B1-DF50-88B5-A0AF84F706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8" name="Picture 5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E7442A1-1CF5-42CA-0A27-9E497B4D50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9C43662-B76F-4242-B78B-F192A3C65E56}"/>
                </a:ext>
              </a:extLst>
            </p:cNvPr>
            <p:cNvSpPr txBox="1"/>
            <p:nvPr/>
          </p:nvSpPr>
          <p:spPr>
            <a:xfrm>
              <a:off x="8212086" y="1763534"/>
              <a:ext cx="39024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BE2C40A-7D33-3CDC-7E61-C162FD7E5B9B}"/>
                </a:ext>
              </a:extLst>
            </p:cNvPr>
            <p:cNvSpPr txBox="1"/>
            <p:nvPr/>
          </p:nvSpPr>
          <p:spPr>
            <a:xfrm>
              <a:off x="8223306" y="2080416"/>
              <a:ext cx="371112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FD162F-D456-BEBA-B000-293617C60F69}"/>
                </a:ext>
              </a:extLst>
            </p:cNvPr>
            <p:cNvSpPr txBox="1"/>
            <p:nvPr/>
          </p:nvSpPr>
          <p:spPr>
            <a:xfrm>
              <a:off x="8219301" y="2392497"/>
              <a:ext cx="375894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A5AA418-FBA6-5C9E-9B89-405E35AFF68A}"/>
                </a:ext>
              </a:extLst>
            </p:cNvPr>
            <p:cNvSpPr txBox="1"/>
            <p:nvPr/>
          </p:nvSpPr>
          <p:spPr>
            <a:xfrm>
              <a:off x="8209682" y="2684105"/>
              <a:ext cx="397416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00AA51D-DB95-C8C6-BE15-ACF6E64F28F7}"/>
                </a:ext>
              </a:extLst>
            </p:cNvPr>
            <p:cNvSpPr txBox="1"/>
            <p:nvPr/>
          </p:nvSpPr>
          <p:spPr>
            <a:xfrm>
              <a:off x="8584636" y="1802948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7E673B1-99DD-82E1-1AE1-C071A80B4494}"/>
                </a:ext>
              </a:extLst>
            </p:cNvPr>
            <p:cNvSpPr txBox="1"/>
            <p:nvPr/>
          </p:nvSpPr>
          <p:spPr>
            <a:xfrm>
              <a:off x="8584636" y="2126581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8E6D7AF-FAA5-67E4-7F58-69A9023CEA47}"/>
                </a:ext>
              </a:extLst>
            </p:cNvPr>
            <p:cNvSpPr txBox="1"/>
            <p:nvPr/>
          </p:nvSpPr>
          <p:spPr>
            <a:xfrm>
              <a:off x="8584636" y="2428476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5FF9E84-8BE9-65CE-1661-E50BE8DBF62F}"/>
                </a:ext>
              </a:extLst>
            </p:cNvPr>
            <p:cNvSpPr txBox="1"/>
            <p:nvPr/>
          </p:nvSpPr>
          <p:spPr>
            <a:xfrm>
              <a:off x="8584636" y="2713117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4E2E246-F3F8-5886-EDE8-175EB6BE4319}"/>
              </a:ext>
            </a:extLst>
          </p:cNvPr>
          <p:cNvGrpSpPr/>
          <p:nvPr/>
        </p:nvGrpSpPr>
        <p:grpSpPr>
          <a:xfrm>
            <a:off x="5055762" y="5246697"/>
            <a:ext cx="1288800" cy="1389600"/>
            <a:chOff x="10118099" y="1504743"/>
            <a:chExt cx="1337925" cy="1544635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A5FEEC2-CC70-6D85-62DF-726A3044A661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70" name="Picture 6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BE55190-8549-4E4D-B2CF-9DF6CE1A86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71" name="Picture 7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009434D6-D613-27C0-A40A-8CAEB46A2D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43B35D5-625C-8102-5C95-E2A8461BEC25}"/>
                </a:ext>
              </a:extLst>
            </p:cNvPr>
            <p:cNvSpPr txBox="1"/>
            <p:nvPr/>
          </p:nvSpPr>
          <p:spPr>
            <a:xfrm>
              <a:off x="10400229" y="1805642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81740E6-2C91-4C9A-8DFE-95116A68C996}"/>
                </a:ext>
              </a:extLst>
            </p:cNvPr>
            <p:cNvSpPr txBox="1"/>
            <p:nvPr/>
          </p:nvSpPr>
          <p:spPr>
            <a:xfrm>
              <a:off x="10411450" y="2122524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81DA9BD-BBAA-6D1A-9F7E-243B14493628}"/>
                </a:ext>
              </a:extLst>
            </p:cNvPr>
            <p:cNvSpPr txBox="1"/>
            <p:nvPr/>
          </p:nvSpPr>
          <p:spPr>
            <a:xfrm>
              <a:off x="10407444" y="2434608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A049887-20FF-81A0-7EE4-1451B3F5FB60}"/>
                </a:ext>
              </a:extLst>
            </p:cNvPr>
            <p:cNvSpPr txBox="1"/>
            <p:nvPr/>
          </p:nvSpPr>
          <p:spPr>
            <a:xfrm>
              <a:off x="10397826" y="2726213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D26B914-4F7A-CFB0-D41B-CE087D6747F2}"/>
                </a:ext>
              </a:extLst>
            </p:cNvPr>
            <p:cNvSpPr txBox="1"/>
            <p:nvPr/>
          </p:nvSpPr>
          <p:spPr>
            <a:xfrm>
              <a:off x="10781418" y="179140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23A7B26-929B-90D6-4609-33DB26556F44}"/>
                </a:ext>
              </a:extLst>
            </p:cNvPr>
            <p:cNvSpPr txBox="1"/>
            <p:nvPr/>
          </p:nvSpPr>
          <p:spPr>
            <a:xfrm>
              <a:off x="10781418" y="211503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3A1AEA9-FBB1-7E20-03B5-C91F86B27371}"/>
                </a:ext>
              </a:extLst>
            </p:cNvPr>
            <p:cNvSpPr txBox="1"/>
            <p:nvPr/>
          </p:nvSpPr>
          <p:spPr>
            <a:xfrm>
              <a:off x="10781418" y="2416928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253D5DD-4DD6-F87F-2F6D-703F4C8D2265}"/>
                </a:ext>
              </a:extLst>
            </p:cNvPr>
            <p:cNvSpPr txBox="1"/>
            <p:nvPr/>
          </p:nvSpPr>
          <p:spPr>
            <a:xfrm>
              <a:off x="10781418" y="270156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D76D122-7A18-E6B9-AA98-7EEDCA544F9F}"/>
              </a:ext>
            </a:extLst>
          </p:cNvPr>
          <p:cNvGrpSpPr/>
          <p:nvPr/>
        </p:nvGrpSpPr>
        <p:grpSpPr>
          <a:xfrm>
            <a:off x="6056609" y="5273795"/>
            <a:ext cx="1288800" cy="1389600"/>
            <a:chOff x="10496494" y="5041105"/>
            <a:chExt cx="1337925" cy="152013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E568A63-EEB5-4EE1-000A-D804E06CBF11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81" name="Picture 8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142DB30-F854-B259-C5DD-1D7C627384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2" name="Picture 8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38C7927-EA1C-EC90-DA1C-53D6DA32E7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E9E124D-DF66-A593-3358-332E7086BD3B}"/>
                </a:ext>
              </a:extLst>
            </p:cNvPr>
            <p:cNvSpPr txBox="1"/>
            <p:nvPr/>
          </p:nvSpPr>
          <p:spPr>
            <a:xfrm>
              <a:off x="10750994" y="5311226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EE0D562-93CC-496F-0585-87F9B2143D75}"/>
                </a:ext>
              </a:extLst>
            </p:cNvPr>
            <p:cNvSpPr txBox="1"/>
            <p:nvPr/>
          </p:nvSpPr>
          <p:spPr>
            <a:xfrm>
              <a:off x="10762215" y="5628108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9195BC7-3C28-EF27-819F-E3AB0393036D}"/>
                </a:ext>
              </a:extLst>
            </p:cNvPr>
            <p:cNvSpPr txBox="1"/>
            <p:nvPr/>
          </p:nvSpPr>
          <p:spPr>
            <a:xfrm>
              <a:off x="10758208" y="5940192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7A85C2C-FC86-5EE4-9DCD-889DFC948E09}"/>
                </a:ext>
              </a:extLst>
            </p:cNvPr>
            <p:cNvSpPr txBox="1"/>
            <p:nvPr/>
          </p:nvSpPr>
          <p:spPr>
            <a:xfrm>
              <a:off x="10748590" y="6231797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2FBAA71-094A-6FB8-3DFC-F660B9F1AA9B}"/>
                </a:ext>
              </a:extLst>
            </p:cNvPr>
            <p:cNvSpPr txBox="1"/>
            <p:nvPr/>
          </p:nvSpPr>
          <p:spPr>
            <a:xfrm>
              <a:off x="11123544" y="535064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7F9006E-F624-A9C1-366E-35512F2A5F73}"/>
                </a:ext>
              </a:extLst>
            </p:cNvPr>
            <p:cNvSpPr txBox="1"/>
            <p:nvPr/>
          </p:nvSpPr>
          <p:spPr>
            <a:xfrm>
              <a:off x="11123544" y="56742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E15EC5F-449A-4857-4401-78F9D2078B5B}"/>
                </a:ext>
              </a:extLst>
            </p:cNvPr>
            <p:cNvSpPr txBox="1"/>
            <p:nvPr/>
          </p:nvSpPr>
          <p:spPr>
            <a:xfrm>
              <a:off x="11123544" y="597616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B5D75D4-7B31-615A-501E-92B5F5C29BAC}"/>
                </a:ext>
              </a:extLst>
            </p:cNvPr>
            <p:cNvSpPr txBox="1"/>
            <p:nvPr/>
          </p:nvSpPr>
          <p:spPr>
            <a:xfrm>
              <a:off x="11123544" y="626081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AF5FF0F-1FD5-DF64-777A-3CB08368563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9057875-A075-2855-167F-9DA3376FA9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B6E811C-BDF4-A58E-75AC-8AA9EA7B34F9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C64B9CD-F776-C0FC-7C72-FBFEB1AC225A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463C55-C5B8-9E5D-3D43-A37548ABA46E}"/>
              </a:ext>
            </a:extLst>
          </p:cNvPr>
          <p:cNvGrpSpPr/>
          <p:nvPr/>
        </p:nvGrpSpPr>
        <p:grpSpPr>
          <a:xfrm>
            <a:off x="830629" y="5639515"/>
            <a:ext cx="594641" cy="579559"/>
            <a:chOff x="8367409" y="1980699"/>
            <a:chExt cx="877052" cy="907941"/>
          </a:xfrm>
        </p:grpSpPr>
        <p:pic>
          <p:nvPicPr>
            <p:cNvPr id="16" name="Picture 15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FE3DD14A-1DF7-0013-3F2D-481B6F69A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A88BEB9-5D75-166B-0A83-951B63478A2A}"/>
                </a:ext>
              </a:extLst>
            </p:cNvPr>
            <p:cNvSpPr txBox="1"/>
            <p:nvPr/>
          </p:nvSpPr>
          <p:spPr>
            <a:xfrm>
              <a:off x="8666677" y="2450603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E34F91E-A71F-6869-0396-B63B13C942D2}"/>
              </a:ext>
            </a:extLst>
          </p:cNvPr>
          <p:cNvGrpSpPr/>
          <p:nvPr/>
        </p:nvGrpSpPr>
        <p:grpSpPr>
          <a:xfrm>
            <a:off x="3020178" y="5685924"/>
            <a:ext cx="594641" cy="562411"/>
            <a:chOff x="8367409" y="1980699"/>
            <a:chExt cx="877052" cy="881076"/>
          </a:xfrm>
        </p:grpSpPr>
        <p:pic>
          <p:nvPicPr>
            <p:cNvPr id="45" name="Picture 44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0AEA9FC0-6C3F-87FE-12A2-8F1A5182C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BFF9BD-0409-AF3A-E749-01E4BD0855C5}"/>
                </a:ext>
              </a:extLst>
            </p:cNvPr>
            <p:cNvSpPr txBox="1"/>
            <p:nvPr/>
          </p:nvSpPr>
          <p:spPr>
            <a:xfrm>
              <a:off x="8539683" y="2463989"/>
              <a:ext cx="564637" cy="39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</a:rPr>
                <a:t>1.2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995DEB-922D-30F0-7CA2-CBF3CED605B8}"/>
              </a:ext>
            </a:extLst>
          </p:cNvPr>
          <p:cNvGrpSpPr/>
          <p:nvPr/>
        </p:nvGrpSpPr>
        <p:grpSpPr>
          <a:xfrm>
            <a:off x="4784647" y="5658217"/>
            <a:ext cx="594641" cy="579559"/>
            <a:chOff x="8367409" y="1980699"/>
            <a:chExt cx="877052" cy="907941"/>
          </a:xfrm>
        </p:grpSpPr>
        <p:pic>
          <p:nvPicPr>
            <p:cNvPr id="53" name="Picture 5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E328522-9412-BD72-9359-76F29A2B1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F159B74-C2E2-4F69-B4F5-DF0A176D8423}"/>
                </a:ext>
              </a:extLst>
            </p:cNvPr>
            <p:cNvSpPr txBox="1"/>
            <p:nvPr/>
          </p:nvSpPr>
          <p:spPr>
            <a:xfrm>
              <a:off x="8666677" y="2450603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E6B4F95-AB25-C24F-1F98-85F6E18B5D01}"/>
              </a:ext>
            </a:extLst>
          </p:cNvPr>
          <p:cNvGrpSpPr/>
          <p:nvPr/>
        </p:nvGrpSpPr>
        <p:grpSpPr>
          <a:xfrm>
            <a:off x="7035520" y="5657789"/>
            <a:ext cx="601588" cy="567325"/>
            <a:chOff x="8357162" y="1980699"/>
            <a:chExt cx="887299" cy="888775"/>
          </a:xfrm>
        </p:grpSpPr>
        <p:pic>
          <p:nvPicPr>
            <p:cNvPr id="97" name="Picture 96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A12EF0DD-DA12-F495-3628-733D317C0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8634F94-90B8-28CD-810C-A4DA3F6A6ECD}"/>
                </a:ext>
              </a:extLst>
            </p:cNvPr>
            <p:cNvSpPr txBox="1"/>
            <p:nvPr/>
          </p:nvSpPr>
          <p:spPr>
            <a:xfrm>
              <a:off x="8357162" y="2435526"/>
              <a:ext cx="862063" cy="433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3.4</a:t>
              </a:r>
            </a:p>
          </p:txBody>
        </p:sp>
      </p:grpSp>
      <p:pic>
        <p:nvPicPr>
          <p:cNvPr id="99" name="Picture 98" descr="A white face with two eyes and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03B1F1D4-7DD3-0E4E-7B34-F9EDA85034D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707" y="388407"/>
            <a:ext cx="1280586" cy="1280586"/>
          </a:xfrm>
          <a:prstGeom prst="rect">
            <a:avLst/>
          </a:prstGeom>
        </p:spPr>
      </p:pic>
      <p:sp>
        <p:nvSpPr>
          <p:cNvPr id="100" name="Thought Bubble: Cloud 99">
            <a:extLst>
              <a:ext uri="{FF2B5EF4-FFF2-40B4-BE49-F238E27FC236}">
                <a16:creationId xmlns:a16="http://schemas.microsoft.com/office/drawing/2014/main" id="{0CB052C5-C1A6-9E29-2B1C-C841D6489944}"/>
              </a:ext>
            </a:extLst>
          </p:cNvPr>
          <p:cNvSpPr/>
          <p:nvPr/>
        </p:nvSpPr>
        <p:spPr>
          <a:xfrm>
            <a:off x="6589163" y="1912460"/>
            <a:ext cx="1687468" cy="892625"/>
          </a:xfrm>
          <a:prstGeom prst="cloudCallout">
            <a:avLst>
              <a:gd name="adj1" fmla="val -76164"/>
              <a:gd name="adj2" fmla="val -63492"/>
            </a:avLst>
          </a:prstGeom>
          <a:noFill/>
          <a:ln w="9525" cap="flat" cmpd="sng" algn="ctr">
            <a:solidFill>
              <a:srgbClr val="4184A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4184A9"/>
                </a:solidFill>
              </a:rPr>
              <a:t>Get All IPs Successfully ☺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CC32097-5086-8BB7-E8BD-D5F7464CEE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F31FB151-DBBC-05E6-ECD7-551F060DF1DD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60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33333E-6 L 0.49375 -0.74189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88" y="-3710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79167E-6 1.11111E-6 L 0.36549 -0.75046 " pathEditMode="relative" rAng="0" ptsTypes="AA">
                                      <p:cBhvr>
                                        <p:cTn id="16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68" y="-375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3.125E-6 3.7037E-7 L 0.1694 -0.65046 " pathEditMode="relative" rAng="0" ptsTypes="AA">
                                      <p:cBhvr>
                                        <p:cTn id="18" dur="1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64" y="-3252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0.03334 -0.64537 " pathEditMode="relative" rAng="0" ptsTypes="AA">
                                      <p:cBhvr>
                                        <p:cTn id="20" dur="1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-3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Send IPs from Master To </a:t>
            </a:r>
            <a:r>
              <a:rPr lang="en-US" b="1" dirty="0" err="1"/>
              <a:t>Reudcer</a:t>
            </a:r>
            <a:endParaRPr lang="en-US" b="1" dirty="0"/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98651-6C84-ABD7-8577-4509D3A25AD0}"/>
              </a:ext>
            </a:extLst>
          </p:cNvPr>
          <p:cNvGrpSpPr/>
          <p:nvPr/>
        </p:nvGrpSpPr>
        <p:grpSpPr>
          <a:xfrm>
            <a:off x="6929045" y="529284"/>
            <a:ext cx="536400" cy="507600"/>
            <a:chOff x="8367409" y="1980699"/>
            <a:chExt cx="877052" cy="877052"/>
          </a:xfrm>
        </p:grpSpPr>
        <p:pic>
          <p:nvPicPr>
            <p:cNvPr id="9" name="Picture 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4AEE0C7C-626A-A4DF-1D9E-8E31F85D9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1C7B9F-4ED3-A04A-E116-929A8E0C6324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7518325" y="529284"/>
            <a:ext cx="536400" cy="507600"/>
            <a:chOff x="9000373" y="1872114"/>
            <a:chExt cx="877052" cy="877052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106775" y="2322652"/>
              <a:ext cx="664246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1.2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6929045" y="1169364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7508165" y="1179524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293833" y="2607549"/>
              <a:ext cx="705731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3.4</a:t>
              </a:r>
            </a:p>
          </p:txBody>
        </p:sp>
      </p:grpSp>
      <p:pic>
        <p:nvPicPr>
          <p:cNvPr id="77" name="Picture 76" descr="A blue emoji with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5AE5632E-407A-74B2-7B83-08927E8755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971" flipH="1">
            <a:off x="9100007" y="3295229"/>
            <a:ext cx="871321" cy="871321"/>
          </a:xfrm>
          <a:prstGeom prst="rect">
            <a:avLst/>
          </a:prstGeom>
        </p:spPr>
      </p:pic>
      <p:sp>
        <p:nvSpPr>
          <p:cNvPr id="78" name="Thought Bubble: Cloud 77">
            <a:extLst>
              <a:ext uri="{FF2B5EF4-FFF2-40B4-BE49-F238E27FC236}">
                <a16:creationId xmlns:a16="http://schemas.microsoft.com/office/drawing/2014/main" id="{43C9BF94-2A54-CE35-6AE8-D7D0F666D66B}"/>
              </a:ext>
            </a:extLst>
          </p:cNvPr>
          <p:cNvSpPr/>
          <p:nvPr/>
        </p:nvSpPr>
        <p:spPr>
          <a:xfrm>
            <a:off x="9946016" y="2387875"/>
            <a:ext cx="2133600" cy="1121291"/>
          </a:xfrm>
          <a:prstGeom prst="cloudCallout">
            <a:avLst>
              <a:gd name="adj1" fmla="val -54229"/>
              <a:gd name="adj2" fmla="val 70090"/>
            </a:avLst>
          </a:prstGeom>
          <a:noFill/>
          <a:ln w="9525" cap="flat" cmpd="sng" algn="ctr">
            <a:solidFill>
              <a:srgbClr val="69A7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69A7FF"/>
                </a:solidFill>
              </a:rPr>
              <a:t>Finally, I can work</a:t>
            </a:r>
            <a:endParaRPr lang="en-US" b="1" dirty="0">
              <a:solidFill>
                <a:srgbClr val="69A7FF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2A4BF73-7BA8-D319-DFB4-E543F5E986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A69608C-110E-8318-86EB-CEB4FE726D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9630A91-8A05-C48A-22DD-F6BBB05B8509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D8AD2AE-E99E-BD05-8CF7-D82565BF6A3E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987D3F15-C251-88D8-F0E9-BBCAA6376F01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4CD3F92-28BA-216F-F41E-D184A5FC6A2A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878F2A9-4521-1F5D-1C4F-AA62A44F9F6E}"/>
              </a:ext>
            </a:extLst>
          </p:cNvPr>
          <p:cNvGrpSpPr/>
          <p:nvPr/>
        </p:nvGrpSpPr>
        <p:grpSpPr>
          <a:xfrm>
            <a:off x="1082334" y="5276903"/>
            <a:ext cx="1288800" cy="1389600"/>
            <a:chOff x="414731" y="4191053"/>
            <a:chExt cx="1337925" cy="152013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D1CD842-6846-AF71-FFBD-07682BE0DA3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89" name="Picture 8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0662934-3B33-C951-2C2E-ED2DBD905D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90" name="Picture 8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F86501B3-0F52-1BC4-F117-1BDCD10B6C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9E72D78-CF1C-8E7F-677C-19A3D6E73EB0}"/>
                </a:ext>
              </a:extLst>
            </p:cNvPr>
            <p:cNvSpPr txBox="1"/>
            <p:nvPr/>
          </p:nvSpPr>
          <p:spPr>
            <a:xfrm>
              <a:off x="669231" y="446117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2F83205-03F6-6DDE-FAD6-FFFFB7A753B3}"/>
                </a:ext>
              </a:extLst>
            </p:cNvPr>
            <p:cNvSpPr txBox="1"/>
            <p:nvPr/>
          </p:nvSpPr>
          <p:spPr>
            <a:xfrm>
              <a:off x="680452" y="4778056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4A6317E-53B4-E331-2854-3B16A29E7257}"/>
                </a:ext>
              </a:extLst>
            </p:cNvPr>
            <p:cNvSpPr txBox="1"/>
            <p:nvPr/>
          </p:nvSpPr>
          <p:spPr>
            <a:xfrm>
              <a:off x="676445" y="5090140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FE7CF69-2895-33A8-0AF9-F3567C01B12E}"/>
                </a:ext>
              </a:extLst>
            </p:cNvPr>
            <p:cNvSpPr txBox="1"/>
            <p:nvPr/>
          </p:nvSpPr>
          <p:spPr>
            <a:xfrm>
              <a:off x="666827" y="5381745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69DC516-D6A7-BD96-31B6-FE1E9D3EDA95}"/>
                </a:ext>
              </a:extLst>
            </p:cNvPr>
            <p:cNvSpPr txBox="1"/>
            <p:nvPr/>
          </p:nvSpPr>
          <p:spPr>
            <a:xfrm>
              <a:off x="1041781" y="450058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9F2BF20-3AF7-ECDD-85B0-FE6D912A977B}"/>
                </a:ext>
              </a:extLst>
            </p:cNvPr>
            <p:cNvSpPr txBox="1"/>
            <p:nvPr/>
          </p:nvSpPr>
          <p:spPr>
            <a:xfrm>
              <a:off x="1041781" y="482422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D1768EA-F695-79CF-4AC2-771FE32FB089}"/>
                </a:ext>
              </a:extLst>
            </p:cNvPr>
            <p:cNvSpPr txBox="1"/>
            <p:nvPr/>
          </p:nvSpPr>
          <p:spPr>
            <a:xfrm>
              <a:off x="1041781" y="5126117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EE052D6-20E2-56CB-0087-B8E4B5C3B30D}"/>
                </a:ext>
              </a:extLst>
            </p:cNvPr>
            <p:cNvSpPr txBox="1"/>
            <p:nvPr/>
          </p:nvSpPr>
          <p:spPr>
            <a:xfrm>
              <a:off x="1041781" y="5410758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3467BB4-16C0-BB1D-E8E5-3CE191652F9C}"/>
              </a:ext>
            </a:extLst>
          </p:cNvPr>
          <p:cNvGrpSpPr/>
          <p:nvPr/>
        </p:nvGrpSpPr>
        <p:grpSpPr>
          <a:xfrm>
            <a:off x="2110419" y="5307512"/>
            <a:ext cx="1288800" cy="1410801"/>
            <a:chOff x="7932112" y="1485450"/>
            <a:chExt cx="1337925" cy="1579888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0407D00-D0CD-C6B5-85B0-F95142EC7E66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136" name="Picture 13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9956A74-4FA4-9BFC-BD72-310E027FFF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37" name="Picture 13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B1E1776B-83B0-E3D9-497A-ACC3E3D6EC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F227966-E34F-D14F-6DA4-54574B68F176}"/>
                </a:ext>
              </a:extLst>
            </p:cNvPr>
            <p:cNvSpPr txBox="1"/>
            <p:nvPr/>
          </p:nvSpPr>
          <p:spPr>
            <a:xfrm>
              <a:off x="8212086" y="1763534"/>
              <a:ext cx="39024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B31595D-93FE-3167-1382-6A731AD4E9B6}"/>
                </a:ext>
              </a:extLst>
            </p:cNvPr>
            <p:cNvSpPr txBox="1"/>
            <p:nvPr/>
          </p:nvSpPr>
          <p:spPr>
            <a:xfrm>
              <a:off x="8223306" y="2080416"/>
              <a:ext cx="371112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2322117-F98E-3BB0-8A2F-6BFD10048BD4}"/>
                </a:ext>
              </a:extLst>
            </p:cNvPr>
            <p:cNvSpPr txBox="1"/>
            <p:nvPr/>
          </p:nvSpPr>
          <p:spPr>
            <a:xfrm>
              <a:off x="8219301" y="2392497"/>
              <a:ext cx="375894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9DC6BFB-41A9-C995-6DC6-ED07E88BB701}"/>
                </a:ext>
              </a:extLst>
            </p:cNvPr>
            <p:cNvSpPr txBox="1"/>
            <p:nvPr/>
          </p:nvSpPr>
          <p:spPr>
            <a:xfrm>
              <a:off x="8209682" y="2684105"/>
              <a:ext cx="397416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05E2524-CCB7-36D5-9CE5-81712E01A857}"/>
                </a:ext>
              </a:extLst>
            </p:cNvPr>
            <p:cNvSpPr txBox="1"/>
            <p:nvPr/>
          </p:nvSpPr>
          <p:spPr>
            <a:xfrm>
              <a:off x="8584636" y="1802948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B1153D1-4158-947D-F62B-6AC6575B437B}"/>
                </a:ext>
              </a:extLst>
            </p:cNvPr>
            <p:cNvSpPr txBox="1"/>
            <p:nvPr/>
          </p:nvSpPr>
          <p:spPr>
            <a:xfrm>
              <a:off x="8584636" y="2126581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8C1DB04-CAAC-BE02-4792-640A84E3A3F6}"/>
                </a:ext>
              </a:extLst>
            </p:cNvPr>
            <p:cNvSpPr txBox="1"/>
            <p:nvPr/>
          </p:nvSpPr>
          <p:spPr>
            <a:xfrm>
              <a:off x="8584636" y="2428476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8AAF4BA-F15C-07C5-17A4-A83531FFB176}"/>
                </a:ext>
              </a:extLst>
            </p:cNvPr>
            <p:cNvSpPr txBox="1"/>
            <p:nvPr/>
          </p:nvSpPr>
          <p:spPr>
            <a:xfrm>
              <a:off x="8584636" y="2713117"/>
              <a:ext cx="569581" cy="352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0C9F3F9-31BA-4EC2-C359-48BE69C48EE2}"/>
              </a:ext>
            </a:extLst>
          </p:cNvPr>
          <p:cNvGrpSpPr/>
          <p:nvPr/>
        </p:nvGrpSpPr>
        <p:grpSpPr>
          <a:xfrm>
            <a:off x="5055762" y="5246697"/>
            <a:ext cx="1288800" cy="1389600"/>
            <a:chOff x="10118099" y="1504743"/>
            <a:chExt cx="1337925" cy="154463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772EB07B-1B29-545A-7448-42FA713E1379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48" name="Picture 147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A5D2F33D-36FC-14F9-B30C-CA7DA1BB1A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49" name="Picture 148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024F771-5A18-E790-43E7-6F021811E9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1A9281C-8C36-DF05-7C62-3AD96D6A8183}"/>
                </a:ext>
              </a:extLst>
            </p:cNvPr>
            <p:cNvSpPr txBox="1"/>
            <p:nvPr/>
          </p:nvSpPr>
          <p:spPr>
            <a:xfrm>
              <a:off x="10400229" y="1805642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53F7BCB-986F-508C-5250-234DB12C131D}"/>
                </a:ext>
              </a:extLst>
            </p:cNvPr>
            <p:cNvSpPr txBox="1"/>
            <p:nvPr/>
          </p:nvSpPr>
          <p:spPr>
            <a:xfrm>
              <a:off x="10411450" y="2122524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B9006E-3468-6A4F-6953-554E225033BA}"/>
                </a:ext>
              </a:extLst>
            </p:cNvPr>
            <p:cNvSpPr txBox="1"/>
            <p:nvPr/>
          </p:nvSpPr>
          <p:spPr>
            <a:xfrm>
              <a:off x="10407444" y="2434608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0E79371-C521-EC8E-FE88-28DBD97CC818}"/>
                </a:ext>
              </a:extLst>
            </p:cNvPr>
            <p:cNvSpPr txBox="1"/>
            <p:nvPr/>
          </p:nvSpPr>
          <p:spPr>
            <a:xfrm>
              <a:off x="10397826" y="2726213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81792B9-7F03-5F88-E112-FB1F21CCB7C8}"/>
                </a:ext>
              </a:extLst>
            </p:cNvPr>
            <p:cNvSpPr txBox="1"/>
            <p:nvPr/>
          </p:nvSpPr>
          <p:spPr>
            <a:xfrm>
              <a:off x="10781418" y="179140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EC476E5-D013-07D1-DA05-2F202A6B9BCB}"/>
                </a:ext>
              </a:extLst>
            </p:cNvPr>
            <p:cNvSpPr txBox="1"/>
            <p:nvPr/>
          </p:nvSpPr>
          <p:spPr>
            <a:xfrm>
              <a:off x="10781418" y="211503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4B5C5FF8-7E8A-623D-9AEB-4209FD9AB7BC}"/>
                </a:ext>
              </a:extLst>
            </p:cNvPr>
            <p:cNvSpPr txBox="1"/>
            <p:nvPr/>
          </p:nvSpPr>
          <p:spPr>
            <a:xfrm>
              <a:off x="10781418" y="2416928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32F1D07-E442-32A3-2B68-C84D19418A6E}"/>
                </a:ext>
              </a:extLst>
            </p:cNvPr>
            <p:cNvSpPr txBox="1"/>
            <p:nvPr/>
          </p:nvSpPr>
          <p:spPr>
            <a:xfrm>
              <a:off x="10781418" y="270156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76B3BA2-1E92-91D8-A06D-D6A64B7CE2B1}"/>
              </a:ext>
            </a:extLst>
          </p:cNvPr>
          <p:cNvGrpSpPr/>
          <p:nvPr/>
        </p:nvGrpSpPr>
        <p:grpSpPr>
          <a:xfrm>
            <a:off x="6056609" y="5273795"/>
            <a:ext cx="1288800" cy="1389600"/>
            <a:chOff x="10496494" y="5041105"/>
            <a:chExt cx="1337925" cy="1520136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AC20899E-6E29-440B-9714-28C0D8A730F0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60" name="Picture 15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1CDDC23-9717-5FF2-C232-3C62434BD4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1" name="Picture 16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D2706263-D370-732E-6039-23E3862830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1C2D16D-FEA6-1468-FECA-65F8DD2E6EED}"/>
                </a:ext>
              </a:extLst>
            </p:cNvPr>
            <p:cNvSpPr txBox="1"/>
            <p:nvPr/>
          </p:nvSpPr>
          <p:spPr>
            <a:xfrm>
              <a:off x="10750994" y="5311226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6AEE059-10E4-0166-9D06-FD816C84CF2C}"/>
                </a:ext>
              </a:extLst>
            </p:cNvPr>
            <p:cNvSpPr txBox="1"/>
            <p:nvPr/>
          </p:nvSpPr>
          <p:spPr>
            <a:xfrm>
              <a:off x="10762215" y="5628108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20D1A46-EB5C-E27B-EFE6-AF6E7D737DD3}"/>
                </a:ext>
              </a:extLst>
            </p:cNvPr>
            <p:cNvSpPr txBox="1"/>
            <p:nvPr/>
          </p:nvSpPr>
          <p:spPr>
            <a:xfrm>
              <a:off x="10758208" y="5940192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B91F883-1765-0A2A-D4C5-E7A68FA92393}"/>
                </a:ext>
              </a:extLst>
            </p:cNvPr>
            <p:cNvSpPr txBox="1"/>
            <p:nvPr/>
          </p:nvSpPr>
          <p:spPr>
            <a:xfrm>
              <a:off x="10748590" y="6231797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E2D6C0B-40AE-0F93-0D7E-B547C89B6309}"/>
                </a:ext>
              </a:extLst>
            </p:cNvPr>
            <p:cNvSpPr txBox="1"/>
            <p:nvPr/>
          </p:nvSpPr>
          <p:spPr>
            <a:xfrm>
              <a:off x="11123544" y="535064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1A80D2A1-93AA-E039-C82B-CAC5CA56A4B1}"/>
                </a:ext>
              </a:extLst>
            </p:cNvPr>
            <p:cNvSpPr txBox="1"/>
            <p:nvPr/>
          </p:nvSpPr>
          <p:spPr>
            <a:xfrm>
              <a:off x="11123544" y="56742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788AC55-6D6F-9985-A77F-4B61121675C2}"/>
                </a:ext>
              </a:extLst>
            </p:cNvPr>
            <p:cNvSpPr txBox="1"/>
            <p:nvPr/>
          </p:nvSpPr>
          <p:spPr>
            <a:xfrm>
              <a:off x="11123544" y="597616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96537D09-B6F3-72E3-88C2-EC63AC87FDD3}"/>
                </a:ext>
              </a:extLst>
            </p:cNvPr>
            <p:cNvSpPr txBox="1"/>
            <p:nvPr/>
          </p:nvSpPr>
          <p:spPr>
            <a:xfrm>
              <a:off x="11123544" y="626081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D040AC0-99AF-6FFB-7B95-475213CF194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2CA7BFF-3B43-F43C-F9B9-929BFF57262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45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875E-6 -3.7037E-7 L 0.20742 0.6638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65" y="331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16667E-7 2.22222E-6 L 0.20885 0.6546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43" y="3273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2.59259E-6 L 0.2125 0.662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25" y="331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3.7037E-7 L 0.2125 0.6615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25" y="3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86028" y="104774"/>
            <a:ext cx="3246452" cy="75033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Get Output File From Each Slave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98651-6C84-ABD7-8577-4509D3A25AD0}"/>
              </a:ext>
            </a:extLst>
          </p:cNvPr>
          <p:cNvGrpSpPr/>
          <p:nvPr/>
        </p:nvGrpSpPr>
        <p:grpSpPr>
          <a:xfrm>
            <a:off x="9506652" y="5097978"/>
            <a:ext cx="536400" cy="507600"/>
            <a:chOff x="8367409" y="1980699"/>
            <a:chExt cx="877052" cy="877052"/>
          </a:xfrm>
        </p:grpSpPr>
        <p:pic>
          <p:nvPicPr>
            <p:cNvPr id="9" name="Picture 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4AEE0C7C-626A-A4DF-1D9E-8E31F85D9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1C7B9F-4ED3-A04A-E116-929A8E0C6324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10095932" y="5097977"/>
            <a:ext cx="536400" cy="515153"/>
            <a:chOff x="9000373" y="1872114"/>
            <a:chExt cx="877052" cy="890103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020795" y="2336786"/>
              <a:ext cx="836208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1.2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73805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74821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307431" y="2600271"/>
              <a:ext cx="673698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3.4</a:t>
              </a:r>
            </a:p>
          </p:txBody>
        </p:sp>
      </p:grpSp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C8D68629-E8A6-9BC8-C78C-F451004A3079}"/>
              </a:ext>
            </a:extLst>
          </p:cNvPr>
          <p:cNvCxnSpPr>
            <a:cxnSpLocks/>
            <a:endCxn id="67" idx="2"/>
          </p:cNvCxnSpPr>
          <p:nvPr/>
        </p:nvCxnSpPr>
        <p:spPr>
          <a:xfrm rot="10800000" flipV="1">
            <a:off x="1785250" y="5351776"/>
            <a:ext cx="7721407" cy="843790"/>
          </a:xfrm>
          <a:prstGeom prst="curvedConnector4">
            <a:avLst>
              <a:gd name="adj1" fmla="val 46969"/>
              <a:gd name="adj2" fmla="val 127092"/>
            </a:avLst>
          </a:prstGeom>
          <a:ln w="28575"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A69CD3-C364-F31E-2407-D720DA874CE1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67FFB0-5750-EDDF-A48C-515E4B31235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7" name="Picture 6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F7140F1-84CE-A8AC-DE83-27CBA8B0A1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8" name="Picture 6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21F300A-6A2E-F656-9900-A68B2F67FF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A0D7F38-3309-409E-F7A3-C168FECF1348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502E26-39B7-749B-977B-55B4BD61F2C8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7B4FB5-E2C5-3780-7867-6B7A16B27EDD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FE62BA-627F-2289-26C3-B6D6216C2B67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5E9A73-1057-05B9-97CD-7C56D10AA097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0CCA77A-3A4C-39C5-828C-E98BB68E9753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C37C9B-7704-C8E0-D8DC-5411EB112F10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85970C5-861D-231B-DC35-C30D6FA92D1A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E7636B6-613C-DC44-78A8-39DE10E9BF80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3940119-617C-4EAA-FB77-2FCCF91FFC30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32" name="Picture 13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A972FF2-1714-C2D5-6543-886D1E1D7A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3" name="Picture 13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61A5F67-791A-BFC4-DF02-75D22E816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43B52C7-8F3C-5B2B-75F6-50B37C7C166F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1D38B3-1415-B1BA-9C5A-E73974035C1C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9BE9892-2EE6-99BC-1E90-6D67081F75E2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542D516-92E5-A39A-9B56-C2AE02B6E2D9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05A7E5-1272-65B2-F34E-B59C62EE5316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F125820-76A9-3D18-F55A-BF8F50EBFA77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0E94709-1AA6-6DB6-4D5B-EDE23E208221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F9D69A1-15FC-553E-2869-66D35E873D69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7D093DE-4BD9-E9F1-C62B-1615DEE3B4C1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14DC0E4-4C2A-3D89-3FD4-4E2B337CA50A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4" name="Picture 14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5AF1F57-BCC0-0C93-75D1-506D919407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5" name="Picture 14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CB822E3-0EF0-4018-A93D-76A495745B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9678F35-6AE0-5C68-5241-BAD692385E6D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DFB934-9C22-FF76-3424-E8AD81322745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880C67-291E-871A-F625-2BB721B99CCE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E771FFF-A7D0-8185-B6F2-3361AAC45980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8956A10-8F0C-5EE3-2638-505DC05B994A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27D5D28-6308-201E-3321-FEDCCC5149C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1DFB586-2DC5-FD8A-6D09-C8BB2B182DEA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4E6F110-314E-C025-5FFB-AC87BD79C25A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BBAE7914-13E5-87F8-D364-BDD80AD49EBF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A1A01350-B63E-987F-F98A-6A59AC1EC984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210170-3267-DA46-A987-0B1CFC3C0076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88D76F8-A928-FA3B-C7A5-FEA2552D7FA4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B77E4C95-EE11-E461-A8BC-2145AA55EC15}"/>
              </a:ext>
            </a:extLst>
          </p:cNvPr>
          <p:cNvCxnSpPr>
            <a:cxnSpLocks/>
            <a:stCxn id="61" idx="0"/>
            <a:endCxn id="84" idx="2"/>
          </p:cNvCxnSpPr>
          <p:nvPr/>
        </p:nvCxnSpPr>
        <p:spPr>
          <a:xfrm rot="16200000" flipH="1" flipV="1">
            <a:off x="6041219" y="1830462"/>
            <a:ext cx="1055397" cy="7590428"/>
          </a:xfrm>
          <a:prstGeom prst="curvedConnector5">
            <a:avLst>
              <a:gd name="adj1" fmla="val -21660"/>
              <a:gd name="adj2" fmla="val 50454"/>
              <a:gd name="adj3" fmla="val 121660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043324-A181-7BE4-00C2-0AA30DA70E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E2B47-1A16-F4C7-464D-F541CE5E3A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7E21A46D-F789-8E7C-57B7-9C6EA9A52615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8022294-6E08-EF3A-012E-9C8ABD68C32F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85" name="Picture 8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F430016-35B8-FD56-604D-16F5852C16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6" name="Picture 8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60E21F5-CB3A-6271-3583-381E81E859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0B0C3F-54D7-C765-376B-1B2A18B6F7D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71E296-139C-5293-F73E-F396475860E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70DE2C-1F43-231B-91DE-C56B29EE97BB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054B4BA-370C-19F9-9C88-5078C570AEF5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974DA23-9EC8-160D-0AD8-880A96D3B404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062130-C8AE-3D2A-0E1A-60563C4D1A5B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5B4FAA1-A83D-B24C-C3A3-FFDA591AA3FA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8798E3-9946-4327-77ED-2A7AAE47C65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890B37A-B1E2-5C18-77E0-F0B1B1498E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931B2E5D-2B53-1219-84AF-ACD96D9D54FD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73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1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2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FF56EF-EF72-EA1F-4BAB-70C98242A875}"/>
              </a:ext>
            </a:extLst>
          </p:cNvPr>
          <p:cNvGrpSpPr/>
          <p:nvPr/>
        </p:nvGrpSpPr>
        <p:grpSpPr>
          <a:xfrm>
            <a:off x="1317249" y="5314616"/>
            <a:ext cx="936000" cy="900000"/>
            <a:chOff x="414731" y="4191053"/>
            <a:chExt cx="1337925" cy="152013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97E304F-01AA-070B-2213-D4C77F20D0C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230" name="Picture 22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6AE0D1B-2760-0DD7-A811-3B5D1D3EEA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231" name="Picture 23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B937E7A0-5094-0D0A-1579-13C64CF217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680577-001B-99B5-0425-D299BEA8CAB4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83E477-1F47-AD2E-1CC8-EBEC5999C024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22F4674-06DB-8F84-4CA3-F3FD50C10A97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AFAFB11-C617-BC6F-9941-738B291D4CE5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453C0AC8-0DCA-01CE-B3DF-ABB3250DF51C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6A84D7BE-79EF-BED3-7165-6B96AB33E6AF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C46FFBF3-55A6-F775-5271-0C4EF5BAEA1B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1D0A615B-375F-1D3E-0E97-F93F3B90C041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9FCF8D3-3A15-6554-FC5E-C77B28933D91}"/>
              </a:ext>
            </a:extLst>
          </p:cNvPr>
          <p:cNvGrpSpPr/>
          <p:nvPr/>
        </p:nvGrpSpPr>
        <p:grpSpPr>
          <a:xfrm>
            <a:off x="2147962" y="5314616"/>
            <a:ext cx="936000" cy="865962"/>
            <a:chOff x="7932112" y="1485450"/>
            <a:chExt cx="1337925" cy="1520136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AA49E3B9-5D67-4513-01C8-A65C360FB6C5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242" name="Picture 24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449D927-C892-B001-89AF-128F26DFE5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243" name="Picture 24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BD4A02A-A107-ECC6-AE42-33E1BB0FA9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48109CE9-EE79-2E5C-CD11-C91226CB7FE0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E31F93CC-5105-5318-8B18-CF0F29F3ADC5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237BDC3-6755-97F0-8F48-058F3E0E42B8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1776D23-6BDB-7149-AD6D-CC743BDF45BB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BF19E729-C889-B8EB-B20A-EE561E7AC093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D6516ED5-3763-B44A-33AE-A030592729A7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BF3F980-DC55-3486-8A0E-DFB7C7730B33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AE6691FF-3CAF-A197-CCA3-EF32FB7A8CB1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298651-6C84-ABD7-8577-4509D3A25AD0}"/>
              </a:ext>
            </a:extLst>
          </p:cNvPr>
          <p:cNvGrpSpPr/>
          <p:nvPr/>
        </p:nvGrpSpPr>
        <p:grpSpPr>
          <a:xfrm>
            <a:off x="9506652" y="5097978"/>
            <a:ext cx="536400" cy="507600"/>
            <a:chOff x="8367409" y="1980699"/>
            <a:chExt cx="877052" cy="877052"/>
          </a:xfrm>
        </p:grpSpPr>
        <p:pic>
          <p:nvPicPr>
            <p:cNvPr id="9" name="Picture 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4AEE0C7C-626A-A4DF-1D9E-8E31F85D9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1C7B9F-4ED3-A04A-E116-929A8E0C6324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642C0D-36D4-45C7-CB7A-A272E4102085}"/>
              </a:ext>
            </a:extLst>
          </p:cNvPr>
          <p:cNvGrpSpPr/>
          <p:nvPr/>
        </p:nvGrpSpPr>
        <p:grpSpPr>
          <a:xfrm>
            <a:off x="10095932" y="5097977"/>
            <a:ext cx="536400" cy="515153"/>
            <a:chOff x="9000373" y="1872114"/>
            <a:chExt cx="877052" cy="890103"/>
          </a:xfrm>
        </p:grpSpPr>
        <p:pic>
          <p:nvPicPr>
            <p:cNvPr id="61" name="Picture 6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8808C83-8F9C-2E23-0342-941683E01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DC569B-0227-F61C-7EDA-D2E4AA8F3F90}"/>
                </a:ext>
              </a:extLst>
            </p:cNvPr>
            <p:cNvSpPr txBox="1"/>
            <p:nvPr/>
          </p:nvSpPr>
          <p:spPr>
            <a:xfrm>
              <a:off x="9020795" y="2336786"/>
              <a:ext cx="836208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1.2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73805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74821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307431" y="2600271"/>
              <a:ext cx="673698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3.4</a:t>
              </a:r>
            </a:p>
          </p:txBody>
        </p:sp>
      </p:grpSp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C8D68629-E8A6-9BC8-C78C-F451004A3079}"/>
              </a:ext>
            </a:extLst>
          </p:cNvPr>
          <p:cNvCxnSpPr>
            <a:cxnSpLocks/>
            <a:endCxn id="67" idx="2"/>
          </p:cNvCxnSpPr>
          <p:nvPr/>
        </p:nvCxnSpPr>
        <p:spPr>
          <a:xfrm rot="10800000" flipV="1">
            <a:off x="1785250" y="5351776"/>
            <a:ext cx="7721407" cy="843790"/>
          </a:xfrm>
          <a:prstGeom prst="curvedConnector4">
            <a:avLst>
              <a:gd name="adj1" fmla="val 46969"/>
              <a:gd name="adj2" fmla="val 127092"/>
            </a:avLst>
          </a:prstGeom>
          <a:ln w="28575"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A69CD3-C364-F31E-2407-D720DA874CE1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67FFB0-5750-EDDF-A48C-515E4B31235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7" name="Picture 6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F7140F1-84CE-A8AC-DE83-27CBA8B0A1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8" name="Picture 6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21F300A-6A2E-F656-9900-A68B2F67FF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A0D7F38-3309-409E-F7A3-C168FECF1348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502E26-39B7-749B-977B-55B4BD61F2C8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7B4FB5-E2C5-3780-7867-6B7A16B27EDD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FE62BA-627F-2289-26C3-B6D6216C2B67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5E9A73-1057-05B9-97CD-7C56D10AA097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0CCA77A-3A4C-39C5-828C-E98BB68E9753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C37C9B-7704-C8E0-D8DC-5411EB112F10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85970C5-861D-231B-DC35-C30D6FA92D1A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E21A46D-F789-8E7C-57B7-9C6EA9A52615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8022294-6E08-EF3A-012E-9C8ABD68C32F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85" name="Picture 8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F430016-35B8-FD56-604D-16F5852C16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6" name="Picture 8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60E21F5-CB3A-6271-3583-381E81E859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0B0C3F-54D7-C765-376B-1B2A18B6F7D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71E296-139C-5293-F73E-F396475860E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70DE2C-1F43-231B-91DE-C56B29EE97BB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054B4BA-370C-19F9-9C88-5078C570AEF5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974DA23-9EC8-160D-0AD8-880A96D3B404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062130-C8AE-3D2A-0E1A-60563C4D1A5B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5B4FAA1-A83D-B24C-C3A3-FFDA591AA3FA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8798E3-9946-4327-77ED-2A7AAE47C65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E7636B6-613C-DC44-78A8-39DE10E9BF80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3940119-617C-4EAA-FB77-2FCCF91FFC30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32" name="Picture 13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A972FF2-1714-C2D5-6543-886D1E1D7A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3" name="Picture 13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61A5F67-791A-BFC4-DF02-75D22E816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43B52C7-8F3C-5B2B-75F6-50B37C7C166F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1D38B3-1415-B1BA-9C5A-E73974035C1C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9BE9892-2EE6-99BC-1E90-6D67081F75E2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542D516-92E5-A39A-9B56-C2AE02B6E2D9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05A7E5-1272-65B2-F34E-B59C62EE5316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F125820-76A9-3D18-F55A-BF8F50EBFA77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0E94709-1AA6-6DB6-4D5B-EDE23E208221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F9D69A1-15FC-553E-2869-66D35E873D69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7D093DE-4BD9-E9F1-C62B-1615DEE3B4C1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14DC0E4-4C2A-3D89-3FD4-4E2B337CA50A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4" name="Picture 14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5AF1F57-BCC0-0C93-75D1-506D919407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5" name="Picture 14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CB822E3-0EF0-4018-A93D-76A495745B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9678F35-6AE0-5C68-5241-BAD692385E6D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DFB934-9C22-FF76-3424-E8AD81322745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880C67-291E-871A-F625-2BB721B99CCE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E771FFF-A7D0-8185-B6F2-3361AAC45980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8956A10-8F0C-5EE3-2638-505DC05B994A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27D5D28-6308-201E-3321-FEDCCC5149C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1DFB586-2DC5-FD8A-6D09-C8BB2B182DEA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4E6F110-314E-C025-5FFB-AC87BD79C25A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BBAE7914-13E5-87F8-D364-BDD80AD49EBF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A1A01350-B63E-987F-F98A-6A59AC1EC984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88D76F8-A928-FA3B-C7A5-FEA2552D7FA4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591" y="5228988"/>
            <a:ext cx="304800" cy="304800"/>
          </a:xfrm>
          <a:prstGeom prst="rect">
            <a:avLst/>
          </a:prstGeom>
        </p:spPr>
      </p:pic>
      <p:pic>
        <p:nvPicPr>
          <p:cNvPr id="2" name="Picture 1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7F6F3810-98E1-8895-91CC-3AC4F5C6D7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564" y="5248259"/>
            <a:ext cx="304800" cy="3048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B77E4C95-EE11-E461-A8BC-2145AA55EC15}"/>
              </a:ext>
            </a:extLst>
          </p:cNvPr>
          <p:cNvCxnSpPr>
            <a:cxnSpLocks/>
            <a:stCxn id="61" idx="0"/>
            <a:endCxn id="84" idx="2"/>
          </p:cNvCxnSpPr>
          <p:nvPr/>
        </p:nvCxnSpPr>
        <p:spPr>
          <a:xfrm rot="16200000" flipH="1" flipV="1">
            <a:off x="6041219" y="1830462"/>
            <a:ext cx="1055397" cy="7590428"/>
          </a:xfrm>
          <a:prstGeom prst="curvedConnector5">
            <a:avLst>
              <a:gd name="adj1" fmla="val -21660"/>
              <a:gd name="adj2" fmla="val 50454"/>
              <a:gd name="adj3" fmla="val 121660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44" name="Picture 243">
            <a:extLst>
              <a:ext uri="{FF2B5EF4-FFF2-40B4-BE49-F238E27FC236}">
                <a16:creationId xmlns:a16="http://schemas.microsoft.com/office/drawing/2014/main" id="{37AF6829-EC35-4DD8-F622-25D7FCA8FA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07FE43B3-32A5-D107-6715-776DAAD551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210170-3267-DA46-A987-0B1CFC3C0076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AD4EF-C02B-5C7D-398C-098B49B288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250" name="Connector: Curved 249">
            <a:extLst>
              <a:ext uri="{FF2B5EF4-FFF2-40B4-BE49-F238E27FC236}">
                <a16:creationId xmlns:a16="http://schemas.microsoft.com/office/drawing/2014/main" id="{8E0282E7-C264-128F-1A6A-00B4F1A70C2A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99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0.05 L 0.17474 0.02708 C 0.21107 0.04445 0.26576 0.05394 0.32305 0.05394 C 0.38829 0.05394 0.4405 0.04445 0.47683 0.02708 L 0.6517 -0.05 " pathEditMode="relative" rAng="0" ptsTypes="AAAAA">
                                      <p:cBhvr>
                                        <p:cTn id="10" dur="1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78" y="518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-0.04653 L 0.17253 0.028 C 0.20847 0.04467 0.26237 0.05393 0.31901 0.05393 C 0.38334 0.05393 0.4349 0.04467 0.47084 0.028 L 0.64349 -0.04653 " pathEditMode="relative" rAng="0" ptsTypes="AAAAA">
                                      <p:cBhvr>
                                        <p:cTn id="12" dur="1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74" y="502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3AFF6D-31F1-977A-0B50-61DA764608C7}"/>
              </a:ext>
            </a:extLst>
          </p:cNvPr>
          <p:cNvGrpSpPr/>
          <p:nvPr/>
        </p:nvGrpSpPr>
        <p:grpSpPr>
          <a:xfrm>
            <a:off x="9467212" y="4830440"/>
            <a:ext cx="1139734" cy="1095635"/>
            <a:chOff x="414731" y="4191053"/>
            <a:chExt cx="1337925" cy="156504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2E46C1D-A343-2954-6DDE-2A9A97DBE7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91" name="Picture 9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0C2E87C-5907-4465-4C2B-54DC1B8631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95" name="Picture 9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3F637E9-DEA3-FAF1-8425-D798BAA83C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3B2E194-DE21-7BEC-33F9-BC668573E769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E36D17-AAF6-7077-92EF-088F5B706F89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F01953-6B3A-42C4-09D0-FAA63761BD58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89A94AC-7DFB-DB91-BCB4-6D961AC62644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C35EE75-55F2-D6ED-9E6D-A8FEF9BC94EA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520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EBCEF8-455E-62A7-187F-1274B83B6984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1780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E713D35-D9E4-1180-1E1B-DD19C415FC35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1C91509-560C-70DD-BD59-80A81624DB24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410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FF56EF-EF72-EA1F-4BAB-70C98242A875}"/>
              </a:ext>
            </a:extLst>
          </p:cNvPr>
          <p:cNvGrpSpPr/>
          <p:nvPr/>
        </p:nvGrpSpPr>
        <p:grpSpPr>
          <a:xfrm>
            <a:off x="1317249" y="5314616"/>
            <a:ext cx="936000" cy="900000"/>
            <a:chOff x="414731" y="4191053"/>
            <a:chExt cx="1337925" cy="152013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97E304F-01AA-070B-2213-D4C77F20D0C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230" name="Picture 22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6AE0D1B-2760-0DD7-A811-3B5D1D3EEA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231" name="Picture 23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B937E7A0-5094-0D0A-1579-13C64CF217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680577-001B-99B5-0425-D299BEA8CAB4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83E477-1F47-AD2E-1CC8-EBEC5999C024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22F4674-06DB-8F84-4CA3-F3FD50C10A97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AFAFB11-C617-BC6F-9941-738B291D4CE5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453C0AC8-0DCA-01CE-B3DF-ABB3250DF51C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6A84D7BE-79EF-BED3-7165-6B96AB33E6AF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C46FFBF3-55A6-F775-5271-0C4EF5BAEA1B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1D0A615B-375F-1D3E-0E97-F93F3B90C041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9FCF8D3-3A15-6554-FC5E-C77B28933D91}"/>
              </a:ext>
            </a:extLst>
          </p:cNvPr>
          <p:cNvGrpSpPr/>
          <p:nvPr/>
        </p:nvGrpSpPr>
        <p:grpSpPr>
          <a:xfrm>
            <a:off x="2147962" y="5314616"/>
            <a:ext cx="936000" cy="865962"/>
            <a:chOff x="7932112" y="1485450"/>
            <a:chExt cx="1337925" cy="1520136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AA49E3B9-5D67-4513-01C8-A65C360FB6C5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242" name="Picture 24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449D927-C892-B001-89AF-128F26DFE5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243" name="Picture 24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BD4A02A-A107-ECC6-AE42-33E1BB0FA9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48109CE9-EE79-2E5C-CD11-C91226CB7FE0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E31F93CC-5105-5318-8B18-CF0F29F3ADC5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237BDC3-6755-97F0-8F48-058F3E0E42B8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1776D23-6BDB-7149-AD6D-CC743BDF45BB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BF19E729-C889-B8EB-B20A-EE561E7AC093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D6516ED5-3763-B44A-33AE-A030592729A7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BF3F980-DC55-3486-8A0E-DFB7C7730B33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AE6691FF-3CAF-A197-CCA3-EF32FB7A8CB1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73805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74821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307431" y="2600271"/>
              <a:ext cx="673698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3.4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A69CD3-C364-F31E-2407-D720DA874CE1}"/>
              </a:ext>
            </a:extLst>
          </p:cNvPr>
          <p:cNvGrpSpPr/>
          <p:nvPr/>
        </p:nvGrpSpPr>
        <p:grpSpPr>
          <a:xfrm>
            <a:off x="9091310" y="4878710"/>
            <a:ext cx="936000" cy="900000"/>
            <a:chOff x="414731" y="4191053"/>
            <a:chExt cx="1337925" cy="152013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67FFB0-5750-EDDF-A48C-515E4B31235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7" name="Picture 6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F7140F1-84CE-A8AC-DE83-27CBA8B0A1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8" name="Picture 6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21F300A-6A2E-F656-9900-A68B2F67FF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A0D7F38-3309-409E-F7A3-C168FECF1348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502E26-39B7-749B-977B-55B4BD61F2C8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7B4FB5-E2C5-3780-7867-6B7A16B27EDD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FE62BA-627F-2289-26C3-B6D6216C2B67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5E9A73-1057-05B9-97CD-7C56D10AA097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0CCA77A-3A4C-39C5-828C-E98BB68E9753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C37C9B-7704-C8E0-D8DC-5411EB112F10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85970C5-861D-231B-DC35-C30D6FA92D1A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E21A46D-F789-8E7C-57B7-9C6EA9A52615}"/>
              </a:ext>
            </a:extLst>
          </p:cNvPr>
          <p:cNvGrpSpPr/>
          <p:nvPr/>
        </p:nvGrpSpPr>
        <p:grpSpPr>
          <a:xfrm>
            <a:off x="9838014" y="4896960"/>
            <a:ext cx="936000" cy="865962"/>
            <a:chOff x="7932112" y="1485450"/>
            <a:chExt cx="1337925" cy="152013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8022294-6E08-EF3A-012E-9C8ABD68C32F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85" name="Picture 8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F430016-35B8-FD56-604D-16F5852C16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6" name="Picture 8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60E21F5-CB3A-6271-3583-381E81E859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0B0C3F-54D7-C765-376B-1B2A18B6F7D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71E296-139C-5293-F73E-F396475860E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70DE2C-1F43-231B-91DE-C56B29EE97BB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054B4BA-370C-19F9-9C88-5078C570AEF5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974DA23-9EC8-160D-0AD8-880A96D3B404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062130-C8AE-3D2A-0E1A-60563C4D1A5B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5B4FAA1-A83D-B24C-C3A3-FFDA591AA3FA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8798E3-9946-4327-77ED-2A7AAE47C65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E7636B6-613C-DC44-78A8-39DE10E9BF80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3940119-617C-4EAA-FB77-2FCCF91FFC30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32" name="Picture 13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A972FF2-1714-C2D5-6543-886D1E1D7A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3" name="Picture 13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61A5F67-791A-BFC4-DF02-75D22E816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43B52C7-8F3C-5B2B-75F6-50B37C7C166F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1D38B3-1415-B1BA-9C5A-E73974035C1C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9BE9892-2EE6-99BC-1E90-6D67081F75E2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542D516-92E5-A39A-9B56-C2AE02B6E2D9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05A7E5-1272-65B2-F34E-B59C62EE5316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F125820-76A9-3D18-F55A-BF8F50EBFA77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0E94709-1AA6-6DB6-4D5B-EDE23E208221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F9D69A1-15FC-553E-2869-66D35E873D69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7D093DE-4BD9-E9F1-C62B-1615DEE3B4C1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14DC0E4-4C2A-3D89-3FD4-4E2B337CA50A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4" name="Picture 14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5AF1F57-BCC0-0C93-75D1-506D919407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5" name="Picture 14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CB822E3-0EF0-4018-A93D-76A495745B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9678F35-6AE0-5C68-5241-BAD692385E6D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DFB934-9C22-FF76-3424-E8AD81322745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880C67-291E-871A-F625-2BB721B99CCE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E771FFF-A7D0-8185-B6F2-3361AAC45980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8956A10-8F0C-5EE3-2638-505DC05B994A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27D5D28-6308-201E-3321-FEDCCC5149C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1DFB586-2DC5-FD8A-6D09-C8BB2B182DEA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4E6F110-314E-C025-5FFB-AC87BD79C25A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BBAE7914-13E5-87F8-D364-BDD80AD49EBF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A1A01350-B63E-987F-F98A-6A59AC1EC984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88D76F8-A928-FA3B-C7A5-FEA2552D7FA4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591" y="5228988"/>
            <a:ext cx="304800" cy="304800"/>
          </a:xfrm>
          <a:prstGeom prst="rect">
            <a:avLst/>
          </a:prstGeom>
        </p:spPr>
      </p:pic>
      <p:pic>
        <p:nvPicPr>
          <p:cNvPr id="2" name="Picture 1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7F6F3810-98E1-8895-91CC-3AC4F5C6D7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564" y="5248259"/>
            <a:ext cx="304800" cy="30480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F19522B3-B775-E2A1-DC19-14299CC48D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182CE29A-BCB6-3128-6C69-17DD6BE035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210170-3267-DA46-A987-0B1CFC3C0076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FDFCA-EDC2-B4A7-CD40-D021EDA101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C7DCB7BE-F35E-457E-A56B-DD469E8BD4F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7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00"/>
                            </p:stCondLst>
                            <p:childTnLst>
                              <p:par>
                                <p:cTn id="8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48148E-6 L 0.00013 0.05972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8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11111E-6 L 0.00065 0.0615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94760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95776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307431" y="2600271"/>
              <a:ext cx="673698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3.4</a:t>
              </a:r>
            </a:p>
          </p:txBody>
        </p:sp>
      </p:grpSp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C8D68629-E8A6-9BC8-C78C-F451004A3079}"/>
              </a:ext>
            </a:extLst>
          </p:cNvPr>
          <p:cNvCxnSpPr>
            <a:cxnSpLocks/>
            <a:stCxn id="70" idx="2"/>
            <a:endCxn id="93" idx="2"/>
          </p:cNvCxnSpPr>
          <p:nvPr/>
        </p:nvCxnSpPr>
        <p:spPr>
          <a:xfrm rot="5400000" flipH="1">
            <a:off x="7512002" y="4192359"/>
            <a:ext cx="331759" cy="4193941"/>
          </a:xfrm>
          <a:prstGeom prst="curvedConnector3">
            <a:avLst>
              <a:gd name="adj1" fmla="val -68905"/>
            </a:avLst>
          </a:prstGeom>
          <a:ln w="28575"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A69CD3-C364-F31E-2407-D720DA874CE1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67FFB0-5750-EDDF-A48C-515E4B31235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7" name="Picture 6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F7140F1-84CE-A8AC-DE83-27CBA8B0A1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8" name="Picture 6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21F300A-6A2E-F656-9900-A68B2F67FF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A0D7F38-3309-409E-F7A3-C168FECF1348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502E26-39B7-749B-977B-55B4BD61F2C8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7B4FB5-E2C5-3780-7867-6B7A16B27EDD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FE62BA-627F-2289-26C3-B6D6216C2B67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5E9A73-1057-05B9-97CD-7C56D10AA097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0CCA77A-3A4C-39C5-828C-E98BB68E9753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C37C9B-7704-C8E0-D8DC-5411EB112F10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85970C5-861D-231B-DC35-C30D6FA92D1A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E21A46D-F789-8E7C-57B7-9C6EA9A52615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8022294-6E08-EF3A-012E-9C8ABD68C32F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85" name="Picture 8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F430016-35B8-FD56-604D-16F5852C16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6" name="Picture 8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60E21F5-CB3A-6271-3583-381E81E859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0B0C3F-54D7-C765-376B-1B2A18B6F7D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71E296-139C-5293-F73E-F396475860E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70DE2C-1F43-231B-91DE-C56B29EE97BB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054B4BA-370C-19F9-9C88-5078C570AEF5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974DA23-9EC8-160D-0AD8-880A96D3B404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062130-C8AE-3D2A-0E1A-60563C4D1A5B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5B4FAA1-A83D-B24C-C3A3-FFDA591AA3FA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8798E3-9946-4327-77ED-2A7AAE47C65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E7636B6-613C-DC44-78A8-39DE10E9BF80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3940119-617C-4EAA-FB77-2FCCF91FFC30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32" name="Picture 13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A972FF2-1714-C2D5-6543-886D1E1D7A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3" name="Picture 13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61A5F67-791A-BFC4-DF02-75D22E816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43B52C7-8F3C-5B2B-75F6-50B37C7C166F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1D38B3-1415-B1BA-9C5A-E73974035C1C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9BE9892-2EE6-99BC-1E90-6D67081F75E2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542D516-92E5-A39A-9B56-C2AE02B6E2D9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05A7E5-1272-65B2-F34E-B59C62EE5316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F125820-76A9-3D18-F55A-BF8F50EBFA77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0E94709-1AA6-6DB6-4D5B-EDE23E208221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F9D69A1-15FC-553E-2869-66D35E873D69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7D093DE-4BD9-E9F1-C62B-1615DEE3B4C1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14DC0E4-4C2A-3D89-3FD4-4E2B337CA50A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4" name="Picture 14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5AF1F57-BCC0-0C93-75D1-506D919407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5" name="Picture 14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CB822E3-0EF0-4018-A93D-76A495745B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9678F35-6AE0-5C68-5241-BAD692385E6D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DFB934-9C22-FF76-3424-E8AD81322745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880C67-291E-871A-F625-2BB721B99CCE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E771FFF-A7D0-8185-B6F2-3361AAC45980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8956A10-8F0C-5EE3-2638-505DC05B994A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27D5D28-6308-201E-3321-FEDCCC5149C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1DFB586-2DC5-FD8A-6D09-C8BB2B182DEA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4E6F110-314E-C025-5FFB-AC87BD79C25A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BBAE7914-13E5-87F8-D364-BDD80AD49EBF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A1A01350-B63E-987F-F98A-6A59AC1EC984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88D76F8-A928-FA3B-C7A5-FEA2552D7FA4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B77E4C95-EE11-E461-A8BC-2145AA55EC15}"/>
              </a:ext>
            </a:extLst>
          </p:cNvPr>
          <p:cNvCxnSpPr>
            <a:cxnSpLocks/>
            <a:stCxn id="74" idx="2"/>
            <a:endCxn id="144" idx="2"/>
          </p:cNvCxnSpPr>
          <p:nvPr/>
        </p:nvCxnSpPr>
        <p:spPr>
          <a:xfrm rot="5400000" flipH="1">
            <a:off x="8319659" y="4416011"/>
            <a:ext cx="292423" cy="3768192"/>
          </a:xfrm>
          <a:prstGeom prst="curvedConnector3">
            <a:avLst>
              <a:gd name="adj1" fmla="val -78174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043324-A181-7BE4-00C2-0AA30DA70E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E2B47-1A16-F4C7-464D-F541CE5E3A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65C4025-C817-27E5-CD38-C097D19905AF}"/>
              </a:ext>
            </a:extLst>
          </p:cNvPr>
          <p:cNvGrpSpPr/>
          <p:nvPr/>
        </p:nvGrpSpPr>
        <p:grpSpPr>
          <a:xfrm>
            <a:off x="9467212" y="4849490"/>
            <a:ext cx="1139734" cy="1095635"/>
            <a:chOff x="414731" y="4191053"/>
            <a:chExt cx="1337925" cy="1565040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5E95494E-33CF-F964-D4F7-BBE272056ECE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234" name="Picture 23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B43FB94-AAB3-39C5-33DA-A9B1FBFB6F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235" name="Picture 23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AA05366-CDED-E7E6-9843-3E109CA54F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3BFC4D0D-27DD-AA21-F2B4-9710FA658611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DF90F89-21D9-E8F4-E92D-55F4F065E81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DE3A838D-4BAD-8AD4-7866-EF7B043345FE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3211C19C-273E-1E65-0721-3F2697A7E579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8EBD831D-C846-D3FB-547B-109F3D767C5C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520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DEBBEA1-42BC-7272-7EFE-E5CDC257ACC6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1780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85C37A90-AB4C-2824-BA95-AF9D44DA2203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345724D4-E067-8226-EB43-A39967E53B20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410</a:t>
              </a:r>
            </a:p>
          </p:txBody>
        </p:sp>
      </p:grpSp>
      <p:pic>
        <p:nvPicPr>
          <p:cNvPr id="238" name="Picture 237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33B0E251-149C-8903-B708-5135A5D350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591" y="5228988"/>
            <a:ext cx="304800" cy="304800"/>
          </a:xfrm>
          <a:prstGeom prst="rect">
            <a:avLst/>
          </a:prstGeom>
        </p:spPr>
      </p:pic>
      <p:pic>
        <p:nvPicPr>
          <p:cNvPr id="239" name="Picture 23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DCFB184-6095-68D9-993C-77E0204769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564" y="5248259"/>
            <a:ext cx="304800" cy="304800"/>
          </a:xfrm>
          <a:prstGeom prst="rect">
            <a:avLst/>
          </a:prstGeom>
        </p:spPr>
      </p:pic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210170-3267-DA46-A987-0B1CFC3C0076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22346-1F14-7D64-FFC1-7E90759601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55B291D-CECE-661C-B250-F80E79F3F4DC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05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1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2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8FA4B02-88BD-F34C-AAD2-AA0AA443253B}"/>
              </a:ext>
            </a:extLst>
          </p:cNvPr>
          <p:cNvGrpSpPr/>
          <p:nvPr/>
        </p:nvGrpSpPr>
        <p:grpSpPr>
          <a:xfrm>
            <a:off x="5314126" y="5275902"/>
            <a:ext cx="936000" cy="885725"/>
            <a:chOff x="10118099" y="1504743"/>
            <a:chExt cx="1337925" cy="15201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ACCEFE6-158B-ECD9-C4FD-8946662B2525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240" name="Picture 23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C9EB000-966C-264C-3CF1-E21AA9219E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241" name="Picture 2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051B187-9684-8C64-99E9-732426D637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84F598-3A36-DE4D-C6CA-254CCAC02947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859182-AABA-170E-1008-149A3F2443F7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00C094-951C-BD34-C82F-1A9A6EB4E91D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5197D0-4917-111E-E9E7-4ED612CEA0BF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54A1610A-6F4F-62EF-6310-04E1E746684F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10C03D5-9E89-1373-EA5D-5EF9BC340470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D1EC69E-9707-4FBB-9CD2-8D07E8150C5C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C3468A7E-FA6F-3667-6053-E855CC8907C8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82EA233-10F9-AACF-7EDE-1AEDBF65E944}"/>
              </a:ext>
            </a:extLst>
          </p:cNvPr>
          <p:cNvGrpSpPr/>
          <p:nvPr/>
        </p:nvGrpSpPr>
        <p:grpSpPr>
          <a:xfrm>
            <a:off x="6113775" y="5263420"/>
            <a:ext cx="936000" cy="900000"/>
            <a:chOff x="10496494" y="5041105"/>
            <a:chExt cx="1337925" cy="1520136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55B2EF82-F71D-C5BD-B4FB-DFA4606DB28F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35" name="Picture 3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E5E3C97-F779-4D93-B06C-C5F1F321D0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36" name="Picture 3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C908B170-4D88-2600-56D5-BF1CF51C9B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D02596FD-6A38-D6DD-6EB5-6661BFF3E51F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F3A78690-46D3-36D2-893F-C3BB868E6C81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E0B107D0-B752-3CD9-02AE-EAB8109865D5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771A7439-A953-AD5D-EEFC-541A5C25723A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D0A428-E0F0-9510-A7A7-D73553F1826A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75B440B9-6CAC-7311-D19D-85C7071F1502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3501A177-E39D-B819-1B04-5CEA8C0BE5CA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A3F45F04-A69C-4F5A-F9DD-5F61170C4D09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9460A-4915-1927-FA9C-9D7612623C70}"/>
              </a:ext>
            </a:extLst>
          </p:cNvPr>
          <p:cNvGrpSpPr/>
          <p:nvPr/>
        </p:nvGrpSpPr>
        <p:grpSpPr>
          <a:xfrm>
            <a:off x="9506652" y="5947608"/>
            <a:ext cx="536400" cy="507600"/>
            <a:chOff x="7667973" y="1880432"/>
            <a:chExt cx="877052" cy="877052"/>
          </a:xfrm>
        </p:grpSpPr>
        <p:pic>
          <p:nvPicPr>
            <p:cNvPr id="70" name="Picture 6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4FE2004-9F38-DC4F-191E-483685254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222475-7B58-F1F7-87DF-21F046B0FAE2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7FD7A59-2C16-5CD3-A50D-2E43B7CFEEBB}"/>
              </a:ext>
            </a:extLst>
          </p:cNvPr>
          <p:cNvGrpSpPr/>
          <p:nvPr/>
        </p:nvGrpSpPr>
        <p:grpSpPr>
          <a:xfrm>
            <a:off x="10085772" y="5957768"/>
            <a:ext cx="536400" cy="507600"/>
            <a:chOff x="9212303" y="2181565"/>
            <a:chExt cx="877052" cy="877052"/>
          </a:xfrm>
        </p:grpSpPr>
        <p:pic>
          <p:nvPicPr>
            <p:cNvPr id="73" name="Picture 7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874157A-5427-6FA4-B1FE-15066374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173A9C3-AA2B-DF88-C41B-FEBBE5AF2822}"/>
                </a:ext>
              </a:extLst>
            </p:cNvPr>
            <p:cNvSpPr txBox="1"/>
            <p:nvPr/>
          </p:nvSpPr>
          <p:spPr>
            <a:xfrm>
              <a:off x="9307431" y="2600271"/>
              <a:ext cx="673698" cy="425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3.4</a:t>
              </a:r>
            </a:p>
          </p:txBody>
        </p:sp>
      </p:grpSp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C8D68629-E8A6-9BC8-C78C-F451004A3079}"/>
              </a:ext>
            </a:extLst>
          </p:cNvPr>
          <p:cNvCxnSpPr>
            <a:cxnSpLocks/>
            <a:stCxn id="70" idx="2"/>
            <a:endCxn id="93" idx="2"/>
          </p:cNvCxnSpPr>
          <p:nvPr/>
        </p:nvCxnSpPr>
        <p:spPr>
          <a:xfrm rot="5400000" flipH="1">
            <a:off x="7512002" y="4192359"/>
            <a:ext cx="331759" cy="4193941"/>
          </a:xfrm>
          <a:prstGeom prst="curvedConnector3">
            <a:avLst>
              <a:gd name="adj1" fmla="val -68905"/>
            </a:avLst>
          </a:prstGeom>
          <a:ln w="28575"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A69CD3-C364-F31E-2407-D720DA874CE1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67FFB0-5750-EDDF-A48C-515E4B31235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7" name="Picture 6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F7140F1-84CE-A8AC-DE83-27CBA8B0A1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8" name="Picture 6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21F300A-6A2E-F656-9900-A68B2F67FF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A0D7F38-3309-409E-F7A3-C168FECF1348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502E26-39B7-749B-977B-55B4BD61F2C8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7B4FB5-E2C5-3780-7867-6B7A16B27EDD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FE62BA-627F-2289-26C3-B6D6216C2B67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5E9A73-1057-05B9-97CD-7C56D10AA097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0CCA77A-3A4C-39C5-828C-E98BB68E9753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C37C9B-7704-C8E0-D8DC-5411EB112F10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85970C5-861D-231B-DC35-C30D6FA92D1A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E21A46D-F789-8E7C-57B7-9C6EA9A52615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8022294-6E08-EF3A-012E-9C8ABD68C32F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85" name="Picture 8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F430016-35B8-FD56-604D-16F5852C16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6" name="Picture 8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60E21F5-CB3A-6271-3583-381E81E859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0B0C3F-54D7-C765-376B-1B2A18B6F7D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71E296-139C-5293-F73E-F396475860E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70DE2C-1F43-231B-91DE-C56B29EE97BB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054B4BA-370C-19F9-9C88-5078C570AEF5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974DA23-9EC8-160D-0AD8-880A96D3B404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062130-C8AE-3D2A-0E1A-60563C4D1A5B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5B4FAA1-A83D-B24C-C3A3-FFDA591AA3FA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8798E3-9946-4327-77ED-2A7AAE47C65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E7636B6-613C-DC44-78A8-39DE10E9BF80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3940119-617C-4EAA-FB77-2FCCF91FFC30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32" name="Picture 13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A972FF2-1714-C2D5-6543-886D1E1D7A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3" name="Picture 13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61A5F67-791A-BFC4-DF02-75D22E816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43B52C7-8F3C-5B2B-75F6-50B37C7C166F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1D38B3-1415-B1BA-9C5A-E73974035C1C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9BE9892-2EE6-99BC-1E90-6D67081F75E2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542D516-92E5-A39A-9B56-C2AE02B6E2D9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05A7E5-1272-65B2-F34E-B59C62EE5316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F125820-76A9-3D18-F55A-BF8F50EBFA77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0E94709-1AA6-6DB6-4D5B-EDE23E208221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F9D69A1-15FC-553E-2869-66D35E873D69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7D093DE-4BD9-E9F1-C62B-1615DEE3B4C1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14DC0E4-4C2A-3D89-3FD4-4E2B337CA50A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4" name="Picture 14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5AF1F57-BCC0-0C93-75D1-506D919407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5" name="Picture 14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CB822E3-0EF0-4018-A93D-76A495745B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9678F35-6AE0-5C68-5241-BAD692385E6D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DFB934-9C22-FF76-3424-E8AD81322745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880C67-291E-871A-F625-2BB721B99CCE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E771FFF-A7D0-8185-B6F2-3361AAC45980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8956A10-8F0C-5EE3-2638-505DC05B994A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27D5D28-6308-201E-3321-FEDCCC5149C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1DFB586-2DC5-FD8A-6D09-C8BB2B182DEA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4E6F110-314E-C025-5FFB-AC87BD79C25A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BBAE7914-13E5-87F8-D364-BDD80AD49EBF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A1A01350-B63E-987F-F98A-6A59AC1EC984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88D76F8-A928-FA3B-C7A5-FEA2552D7FA4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B77E4C95-EE11-E461-A8BC-2145AA55EC15}"/>
              </a:ext>
            </a:extLst>
          </p:cNvPr>
          <p:cNvCxnSpPr>
            <a:cxnSpLocks/>
            <a:stCxn id="74" idx="2"/>
            <a:endCxn id="144" idx="2"/>
          </p:cNvCxnSpPr>
          <p:nvPr/>
        </p:nvCxnSpPr>
        <p:spPr>
          <a:xfrm rot="5400000" flipH="1">
            <a:off x="8319659" y="4416011"/>
            <a:ext cx="292423" cy="3768192"/>
          </a:xfrm>
          <a:prstGeom prst="curvedConnector3">
            <a:avLst>
              <a:gd name="adj1" fmla="val -78174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D043324-A181-7BE4-00C2-0AA30DA70E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E2B47-1A16-F4C7-464D-F541CE5E3A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65C4025-C817-27E5-CD38-C097D19905AF}"/>
              </a:ext>
            </a:extLst>
          </p:cNvPr>
          <p:cNvGrpSpPr/>
          <p:nvPr/>
        </p:nvGrpSpPr>
        <p:grpSpPr>
          <a:xfrm>
            <a:off x="9467212" y="4849490"/>
            <a:ext cx="1139734" cy="1095635"/>
            <a:chOff x="414731" y="4191053"/>
            <a:chExt cx="1337925" cy="1565040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5E95494E-33CF-F964-D4F7-BBE272056ECE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234" name="Picture 23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B43FB94-AAB3-39C5-33DA-A9B1FBFB6F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235" name="Picture 23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AA05366-CDED-E7E6-9843-3E109CA54F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3BFC4D0D-27DD-AA21-F2B4-9710FA658611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DF90F89-21D9-E8F4-E92D-55F4F065E81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DE3A838D-4BAD-8AD4-7866-EF7B043345FE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3211C19C-273E-1E65-0721-3F2697A7E579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8EBD831D-C846-D3FB-547B-109F3D767C5C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520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DEBBEA1-42BC-7272-7EFE-E5CDC257ACC6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1780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85C37A90-AB4C-2824-BA95-AF9D44DA2203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345724D4-E067-8226-EB43-A39967E53B20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410</a:t>
              </a:r>
            </a:p>
          </p:txBody>
        </p:sp>
      </p:grp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210170-3267-DA46-A987-0B1CFC3C0076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pic>
        <p:nvPicPr>
          <p:cNvPr id="41" name="Picture 4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08474A4C-A778-4C52-76D9-07E69AF5A3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097" y="5181599"/>
            <a:ext cx="304800" cy="304800"/>
          </a:xfrm>
          <a:prstGeom prst="rect">
            <a:avLst/>
          </a:prstGeom>
        </p:spPr>
      </p:pic>
      <p:pic>
        <p:nvPicPr>
          <p:cNvPr id="43" name="Picture 4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D24DD510-A48F-BC79-60D0-AC734CA4BD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977" y="5199740"/>
            <a:ext cx="304800" cy="304800"/>
          </a:xfrm>
          <a:prstGeom prst="rect">
            <a:avLst/>
          </a:prstGeom>
        </p:spPr>
      </p:pic>
      <p:pic>
        <p:nvPicPr>
          <p:cNvPr id="44" name="Picture 43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0BD64CEE-15DB-CD4C-288B-A46A0E3FE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95" y="5181599"/>
            <a:ext cx="304800" cy="304800"/>
          </a:xfrm>
          <a:prstGeom prst="rect">
            <a:avLst/>
          </a:prstGeom>
        </p:spPr>
      </p:pic>
      <p:pic>
        <p:nvPicPr>
          <p:cNvPr id="46" name="Picture 4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D77B0DA-DBE2-E915-4473-C963505B8B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36" y="5181599"/>
            <a:ext cx="304800" cy="3048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6643D3-EB37-9397-D798-BFA111F867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B0C2C31E-09E9-A8CC-AD76-E1FD152D5730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47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2.59259E-6 L 0.31966 0.086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77" y="432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75E-6 -2.96296E-6 L 0.3181 0.0937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8" y="467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2" presetClass="exit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1" descr="A picture containing graphics, stationary, design, creativity&#10;&#10;Description automatically generated with medium confidence">
            <a:extLst>
              <a:ext uri="{FF2B5EF4-FFF2-40B4-BE49-F238E27FC236}">
                <a16:creationId xmlns:a16="http://schemas.microsoft.com/office/drawing/2014/main" id="{877E6B52-2522-9CE9-BC26-6998E1ADC4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3" t="6283" r="3091" b="9973"/>
          <a:stretch/>
        </p:blipFill>
        <p:spPr>
          <a:xfrm>
            <a:off x="9429716" y="3313455"/>
            <a:ext cx="1136462" cy="1045658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E77E94D7-9930-DA05-149C-2CA1D8B7F286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D84559D-F041-1C7D-51E2-9E10CB224DD3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49" name="Picture 14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E67FCBC-8DF2-6AF8-36CA-2D3881B684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50" name="Picture 14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ED19BC5-4A55-4727-2DE9-B7DB614626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39AD186-1AF4-B015-AC7E-C3074BEE82EF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B557201-8A25-25A3-BDAA-6021084F92CA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45A9009-28B5-124F-9AD2-EE7E841F6D3F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F66C4E7-8C4D-36F8-8FC0-03F1D5410855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82B9D44-69B7-F6A1-7041-F577508C0644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F0BA57C-6C7D-B1CA-4276-55ABE917285E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AF51CDD-66E7-4222-79B5-01F8DC803FC7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EF674C1-C2C4-8424-D820-FD3F53E15DED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A69CD3-C364-F31E-2407-D720DA874CE1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67FFB0-5750-EDDF-A48C-515E4B31235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7" name="Picture 6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F7140F1-84CE-A8AC-DE83-27CBA8B0A1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8" name="Picture 6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21F300A-6A2E-F656-9900-A68B2F67FF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A0D7F38-3309-409E-F7A3-C168FECF1348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8502E26-39B7-749B-977B-55B4BD61F2C8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B7B4FB5-E2C5-3780-7867-6B7A16B27EDD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FE62BA-627F-2289-26C3-B6D6216C2B67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5E9A73-1057-05B9-97CD-7C56D10AA097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0CCA77A-3A4C-39C5-828C-E98BB68E9753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DC37C9B-7704-C8E0-D8DC-5411EB112F10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85970C5-861D-231B-DC35-C30D6FA92D1A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E7636B6-613C-DC44-78A8-39DE10E9BF80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3940119-617C-4EAA-FB77-2FCCF91FFC30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32" name="Picture 13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A972FF2-1714-C2D5-6543-886D1E1D7A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3" name="Picture 13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61A5F67-791A-BFC4-DF02-75D22E816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43B52C7-8F3C-5B2B-75F6-50B37C7C166F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1D38B3-1415-B1BA-9C5A-E73974035C1C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9BE9892-2EE6-99BC-1E90-6D67081F75E2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542D516-92E5-A39A-9B56-C2AE02B6E2D9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405A7E5-1272-65B2-F34E-B59C62EE5316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F125820-76A9-3D18-F55A-BF8F50EBFA77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0E94709-1AA6-6DB6-4D5B-EDE23E208221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F9D69A1-15FC-553E-2869-66D35E873D69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7D093DE-4BD9-E9F1-C62B-1615DEE3B4C1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14DC0E4-4C2A-3D89-3FD4-4E2B337CA50A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4" name="Picture 14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5AF1F57-BCC0-0C93-75D1-506D919407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5" name="Picture 14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3CB822E3-0EF0-4018-A93D-76A495745B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9678F35-6AE0-5C68-5241-BAD692385E6D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DFB934-9C22-FF76-3424-E8AD81322745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880C67-291E-871A-F625-2BB721B99CCE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E771FFF-A7D0-8185-B6F2-3361AAC45980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8956A10-8F0C-5EE3-2638-505DC05B994A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27D5D28-6308-201E-3321-FEDCCC5149C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1DFB586-2DC5-FD8A-6D09-C8BB2B182DEA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4E6F110-314E-C025-5FFB-AC87BD79C25A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BBAE7914-13E5-87F8-D364-BDD80AD49EBF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A1A01350-B63E-987F-F98A-6A59AC1EC984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C3210170-3267-DA46-A987-0B1CFC3C0076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88D76F8-A928-FA3B-C7A5-FEA2552D7FA4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D043324-A181-7BE4-00C2-0AA30DA70E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E2B47-1A16-F4C7-464D-F541CE5E3A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65C4025-C817-27E5-CD38-C097D19905AF}"/>
              </a:ext>
            </a:extLst>
          </p:cNvPr>
          <p:cNvGrpSpPr/>
          <p:nvPr/>
        </p:nvGrpSpPr>
        <p:grpSpPr>
          <a:xfrm>
            <a:off x="9467212" y="4849490"/>
            <a:ext cx="1139734" cy="1095635"/>
            <a:chOff x="414731" y="4191053"/>
            <a:chExt cx="1337925" cy="1565040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5E95494E-33CF-F964-D4F7-BBE272056ECE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234" name="Picture 23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B43FB94-AAB3-39C5-33DA-A9B1FBFB6F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235" name="Picture 23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AA05366-CDED-E7E6-9843-3E109CA54F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3BFC4D0D-27DD-AA21-F2B4-9710FA658611}"/>
                </a:ext>
              </a:extLst>
            </p:cNvPr>
            <p:cNvSpPr txBox="1"/>
            <p:nvPr/>
          </p:nvSpPr>
          <p:spPr>
            <a:xfrm>
              <a:off x="640378" y="4439999"/>
              <a:ext cx="325919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A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DF90F89-21D9-E8F4-E92D-55F4F065E81E}"/>
                </a:ext>
              </a:extLst>
            </p:cNvPr>
            <p:cNvSpPr txBox="1"/>
            <p:nvPr/>
          </p:nvSpPr>
          <p:spPr>
            <a:xfrm>
              <a:off x="667631" y="4752247"/>
              <a:ext cx="307102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T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DE3A838D-4BAD-8AD4-7866-EF7B043345FE}"/>
                </a:ext>
              </a:extLst>
            </p:cNvPr>
            <p:cNvSpPr txBox="1"/>
            <p:nvPr/>
          </p:nvSpPr>
          <p:spPr>
            <a:xfrm>
              <a:off x="662638" y="5066179"/>
              <a:ext cx="312748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3211C19C-273E-1E65-0721-3F2697A7E579}"/>
                </a:ext>
              </a:extLst>
            </p:cNvPr>
            <p:cNvSpPr txBox="1"/>
            <p:nvPr/>
          </p:nvSpPr>
          <p:spPr>
            <a:xfrm>
              <a:off x="651464" y="5360419"/>
              <a:ext cx="331566" cy="395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G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8EBD831D-C846-D3FB-547B-109F3D767C5C}"/>
                </a:ext>
              </a:extLst>
            </p:cNvPr>
            <p:cNvSpPr txBox="1"/>
            <p:nvPr/>
          </p:nvSpPr>
          <p:spPr>
            <a:xfrm>
              <a:off x="1037757" y="4472553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520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DEBBEA1-42BC-7272-7EFE-E5CDC257ACC6}"/>
                </a:ext>
              </a:extLst>
            </p:cNvPr>
            <p:cNvSpPr txBox="1"/>
            <p:nvPr/>
          </p:nvSpPr>
          <p:spPr>
            <a:xfrm>
              <a:off x="1001945" y="4799402"/>
              <a:ext cx="487750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1780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85C37A90-AB4C-2824-BA95-AF9D44DA2203}"/>
                </a:ext>
              </a:extLst>
            </p:cNvPr>
            <p:cNvSpPr txBox="1"/>
            <p:nvPr/>
          </p:nvSpPr>
          <p:spPr>
            <a:xfrm>
              <a:off x="1037757" y="5104638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250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345724D4-E067-8226-EB43-A39967E53B20}"/>
                </a:ext>
              </a:extLst>
            </p:cNvPr>
            <p:cNvSpPr txBox="1"/>
            <p:nvPr/>
          </p:nvSpPr>
          <p:spPr>
            <a:xfrm>
              <a:off x="1037757" y="5409210"/>
              <a:ext cx="420007" cy="329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410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94F7D67-0784-9AA8-505E-8516B749D919}"/>
              </a:ext>
            </a:extLst>
          </p:cNvPr>
          <p:cNvGrpSpPr/>
          <p:nvPr/>
        </p:nvGrpSpPr>
        <p:grpSpPr>
          <a:xfrm>
            <a:off x="9149533" y="5853610"/>
            <a:ext cx="936000" cy="885725"/>
            <a:chOff x="10118099" y="1504743"/>
            <a:chExt cx="1337925" cy="1520136"/>
          </a:xfrm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C5C8B70-AD3F-9A99-C33B-6FE6A2184391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35" name="Picture 3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5D0D001-DB24-65CE-CD13-F0C446B741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36" name="Picture 3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EB2E8013-3EC6-862C-A3AD-3DCA8AE01D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127B0D12-1E38-2F8B-0BE2-3093D956A507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F93BAD46-605F-E7E0-BBB2-4A43ED7D209B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AAA5DDA6-AA76-F4BB-1852-FC974BF7C0B7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EFC82EA5-4330-2D2B-3E5F-F15573FCF3E7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75845B08-C8A1-2CC7-2D2D-6702FA64859A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5B2DA526-F786-F582-8CDB-1B24053D1DDF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158FB6F0-58FB-3229-68C8-FCB361472ED6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410EB022-66FE-31D1-4548-BD65AA1F6993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166CA1-A09E-3775-A9EB-5EA0D019BEB6}"/>
              </a:ext>
            </a:extLst>
          </p:cNvPr>
          <p:cNvGrpSpPr/>
          <p:nvPr/>
        </p:nvGrpSpPr>
        <p:grpSpPr>
          <a:xfrm>
            <a:off x="9949182" y="5841128"/>
            <a:ext cx="936000" cy="900000"/>
            <a:chOff x="10496494" y="5041105"/>
            <a:chExt cx="1337925" cy="152013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49A1F68-A348-EE88-E6BB-5C58551A15FB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53" name="Picture 5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1ED37F0-5779-1090-66BF-5A9D4C1958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4" name="Picture 5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CE78F5B0-0D50-7B93-D087-96A1BF9DB5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CB7266E-E178-CA91-E10F-61BA4FE663D2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DC2ACD-C1F9-A3A7-D80A-4BEC3E90A597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68D0A5-28FD-3FED-CCC0-68F6A6BBA641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81C74D4-DD7A-57DF-4148-D59456A6B35B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3D26869-25C5-1345-D8F2-D5B8D5D0DC10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B5B0282-7FED-B217-E98D-770C86DF42A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EA6E776-F63B-203C-FBC2-CC5C1E7B6B31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3C02D12-303D-9EE3-0BD5-D5119C06E268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E21A46D-F789-8E7C-57B7-9C6EA9A52615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8022294-6E08-EF3A-012E-9C8ABD68C32F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85" name="Picture 8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F430016-35B8-FD56-604D-16F5852C16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6" name="Picture 8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60E21F5-CB3A-6271-3583-381E81E859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F0B0C3F-54D7-C765-376B-1B2A18B6F7D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771E296-139C-5293-F73E-F396475860E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70DE2C-1F43-231B-91DE-C56B29EE97BB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054B4BA-370C-19F9-9C88-5078C570AEF5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974DA23-9EC8-160D-0AD8-880A96D3B404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062130-C8AE-3D2A-0E1A-60563C4D1A5B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5B4FAA1-A83D-B24C-C3A3-FFDA591AA3FA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D8798E3-9946-4327-77ED-2A7AAE47C65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153" name="Picture 152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47B274D4-C18D-1E41-8F99-27B672A51D7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385477" y="4401256"/>
            <a:ext cx="1150152" cy="4512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6CB9F0-0A49-223C-8DE4-B37DFC0D6D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A324EC3-BD45-5456-F80C-B8634C21027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51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0DA3D9E-879A-B049-486E-6DD7A4841581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DC9E214-20D2-36E5-CDEC-1DA779EDD0F9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145" name="Picture 14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CC4B8BB-F82E-71D7-DB3F-EB06C53C1EF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6" name="Picture 14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DF1A1C1E-B0D5-E824-0C61-76FEC77D25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8C4F228-2396-B881-22B2-1CBC34F07F16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416C2C8-44B6-D819-C197-472997429C5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86E8B57-BC0B-E3FC-F68C-E308A41152E5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C78BB33-93CA-43A8-D36F-EEE9CD6DE80D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71307D7-8E44-2D5A-1A16-9A3D1FA20764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F1B09C6-C2B1-7E05-F3B2-A9AC54B50AC5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5342113-FA1F-35E5-FCFE-79AD9A9A43F2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307B1B82-C763-F3F5-2850-040A96E59FD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8D41FB44-C6D6-BF4C-3107-108BA9B79D09}"/>
              </a:ext>
            </a:extLst>
          </p:cNvPr>
          <p:cNvGrpSpPr/>
          <p:nvPr/>
        </p:nvGrpSpPr>
        <p:grpSpPr>
          <a:xfrm>
            <a:off x="10651297" y="5306582"/>
            <a:ext cx="945282" cy="880006"/>
            <a:chOff x="8367409" y="1980699"/>
            <a:chExt cx="877052" cy="877052"/>
          </a:xfrm>
        </p:grpSpPr>
        <p:pic>
          <p:nvPicPr>
            <p:cNvPr id="60" name="Picture 59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1E7E4C3F-DD4A-DF37-28BA-DCCC89251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648E58-971E-114A-3C61-98653F20B8B8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BBCEFFD6-76BC-1EBF-86A6-0EF627D101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BDC9091-CC8F-27A1-09C7-7C0B6CAEC1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7787929C-6E98-805E-ADA8-76C3184E56B9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57007B8-B103-EC48-9B76-E156D8525264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71" name="Picture 7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355A6B1-1077-C8D1-D78D-B59AD94864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2" name="Picture 7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D5BA5917-4F7A-985D-2A31-8D09AF8867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850CADC-4445-75B6-387C-1703C1E3FBAF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B18F5C9-0F15-ACA0-0914-D96E7646BFC7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A43CD74-0266-2A45-1B31-A36A50E937FD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0643837-65EF-0375-E76C-FA9D4BF37C8D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72EE4AC-66FD-4CCE-EDCE-AACB9FB2816C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B60446-F6AB-33FE-B62E-4D9D1BD51548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E07FCCA-848A-A8CB-2F6B-5C53E9AB5B77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1A19DC2-0D62-A146-58E8-A43C7A69013B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76F698B-DB3F-AD1F-8265-32391B5030E8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AF2401F-9A2E-EF41-C6F8-F566681A84A1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83" name="Picture 8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B3165BF-EE6D-F2F0-F5BD-A12FE94775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84" name="Picture 8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7F74CA6A-4A05-1225-B2A5-B654603A16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6717D6F-0AD5-73BF-B8B2-8B8F7E42E4D6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2840DE7-0ACF-5E81-B119-3219B14C77E7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578B722-CBC9-A47B-49AB-70EEDD52A7FD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692D917-1098-AFFB-D3E4-4B19AA07CF71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5844075-B65A-81F8-5D1C-E4B1CFF150A4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3E3A785-9823-0521-0FC1-8E60F1282C18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5B7910A-07DF-DF47-740A-07F21B7DA1D4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34F6CAF-08DB-4567-E22C-D8447073CC80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96FFE80-8B09-81EF-03AC-F4200FD3A612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26C0CF0-3D29-0D1C-6833-763838AC5901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29" name="Picture 12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9F837E7-DF73-087C-E804-2D39946332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30" name="Picture 12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E8468E4-8AD2-251D-F01A-5BCE4B8BEF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797A383-2F70-035F-00C9-F4C8826BBE25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4AFA25F-42CC-D7D2-B193-B5EEE5AECF2B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733911E-1290-C2A5-392D-061C4D963D8A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92850A6-D707-A37C-1058-3DF5F2AB5246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E34A4DA-CF8E-8633-5471-3B998D9F05C4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4C0CFA9-4C71-6378-6E52-35A70AF5E324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B1C92A9-E31D-2736-E5DD-3F4211AD020E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AC9D9CD-AB6D-DBB8-CB9D-5623740C7543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70504C54-4F50-4824-E7B7-97CA5A214E97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8B11A32D-6752-3928-9B1E-71EAD3B292F8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87C00BD9-4AF0-DD14-4408-7455383A3D24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1F9B1DA-E96D-B32D-D454-19A8971E8427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147" name="Picture 146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8AEE99C-6ED5-BD39-08FF-C782F069D8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097" y="5181599"/>
            <a:ext cx="304800" cy="304800"/>
          </a:xfrm>
          <a:prstGeom prst="rect">
            <a:avLst/>
          </a:prstGeom>
        </p:spPr>
      </p:pic>
      <p:pic>
        <p:nvPicPr>
          <p:cNvPr id="148" name="Picture 147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9DD63343-75F5-0363-EC17-FCFD86714B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977" y="5199740"/>
            <a:ext cx="304800" cy="304800"/>
          </a:xfrm>
          <a:prstGeom prst="rect">
            <a:avLst/>
          </a:prstGeom>
        </p:spPr>
      </p:pic>
      <p:pic>
        <p:nvPicPr>
          <p:cNvPr id="149" name="Picture 14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56FD0BE-7108-7E34-2099-AFE54CD37C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95" y="5181599"/>
            <a:ext cx="304800" cy="304800"/>
          </a:xfrm>
          <a:prstGeom prst="rect">
            <a:avLst/>
          </a:prstGeom>
        </p:spPr>
      </p:pic>
      <p:pic>
        <p:nvPicPr>
          <p:cNvPr id="150" name="Picture 149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6B697AC-668B-8F76-7293-6AD1D8320F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36" y="5181599"/>
            <a:ext cx="304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E3824F-75BF-0002-E955-3117BB506B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6BC16614-490D-3F4B-C17D-AA7431296884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0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10651297" y="5306582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1F26A72-66E9-A218-DFD6-4E29EA60A184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27FF8AC-0392-3DF4-2316-20A8480BC48E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69" name="Picture 6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1F9BA54-7A96-14D9-0181-64208DF667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0" name="Picture 6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DD57221-DF98-098B-25B1-D763BBEDD5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FB38CF9-1427-0D2A-001D-FB008E05CBB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6B114D6-7FA5-4F6C-14D9-88C5BA41C8F0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1E8A87-EF71-21EA-E439-3F87D14A0681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AE7FBE4-19E5-486E-6CDB-06DFFD873242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DE9BDA8-4B02-3AF1-13EA-E5A1B81C60F6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CFF9042-24E2-9FCD-1DB5-890F1A5FC1DB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D940E2-5FFA-DAF1-6D92-D7F8666E3112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31232CB-C5AB-683D-FCFF-EF78C340A13D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95A0B2B3-FB78-7FB1-4547-6786DD9E0E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41D89AF9-2C4B-A0A1-B7FD-99A930A346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3A6BFBE4-3FA3-6E66-A483-21B5F1073327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4BC188C-6E7F-0834-8398-E6ABB88A8FE1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83" name="Picture 8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443124A-AF8D-74DF-F394-1CD6230546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4" name="Picture 8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E81B3CED-AE0B-0764-7E3A-6B7E163602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D4D943B-B786-8D6A-D748-641520665B6E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229E721-680B-B60F-6818-0D7622610273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33467A1-D18E-8A65-F835-83041D670FCC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7460B3-7D1F-6F25-0014-DF708B2ED716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5747462-908C-6862-410F-63D7F3C55291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838E543-313F-61BE-BE48-55AD37A6C379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BD36274-0BBB-8DBE-586E-C1A0F3C817F2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2B8D242-2DE0-B0E2-9D42-D597C0F41B37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D41ECFD-18A3-E446-9871-9BEDEF6D182D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BAFAF13-8A18-3EAD-9D5A-C3AE099FF858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29" name="Picture 12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A1F34C77-ECFA-D11C-A3BF-8C7D510B5E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0" name="Picture 12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0DEFDA4A-390F-9E33-586B-F6A9BEAFCC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9500487-D000-7F2D-9B68-CD32D670F3AD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DE71829-284C-FAB5-1E5E-BCDD9AE3E32B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F6917FF-4BD1-ACD3-DA64-3C1DC96895DC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FB23F5D-0FE6-165E-DEDB-089F8FA2F7D6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264D702-F14D-4729-F443-EBFC0A5298FC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AAF771E-ABDB-1149-C178-5E5174D44218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4799F04-34A1-2DCE-9879-601001817B86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30DB74D-3E36-6B15-E519-1752D906CDE9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17280BE-9600-9EE7-BC1C-BC0ED31D3C69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A7FFE94B-DCB5-15DE-1B26-191BCBBF7462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1" name="Picture 14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75726ACA-FA83-ABB8-8072-396DB6BFCF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2" name="Picture 14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BC01D50A-D51F-9EC2-65B9-A3894AEBF6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E5DE85B-447F-740E-AC88-39D3583A2DC6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614ADC6-4FE7-99E3-1C99-4B0411353F4F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A042CC0-1761-E673-A145-D8463704944B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708CD25-8AFA-9A58-EDAF-5C13ECFF1A2E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E4CAF1D-D692-2FEF-3EDF-653A88560CDE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BDDEC26-8E6F-F700-D765-78C8CC1B4253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9ECFD36-F974-9391-9C1D-4DCB65721423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0A9E675-EDC7-5286-5FB7-DB16853CE328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39857F06-04D9-4591-EC58-252E551D4BC8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D2CBABED-3423-BA97-5B1D-77BCFC9CD1D2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D68BF7CB-1439-47A7-6FA0-6F2887D1DD3F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3BFC68B0-5F69-9690-3AD8-CD88CA09BF33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147" name="Picture 146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A2B89FEC-5CB6-A5DB-F3A5-4B4F527DD1E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097" y="5181599"/>
            <a:ext cx="304800" cy="304800"/>
          </a:xfrm>
          <a:prstGeom prst="rect">
            <a:avLst/>
          </a:prstGeom>
        </p:spPr>
      </p:pic>
      <p:pic>
        <p:nvPicPr>
          <p:cNvPr id="148" name="Picture 147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F77D8051-9937-EB9D-5060-826F7D22E9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977" y="5199740"/>
            <a:ext cx="304800" cy="304800"/>
          </a:xfrm>
          <a:prstGeom prst="rect">
            <a:avLst/>
          </a:prstGeom>
        </p:spPr>
      </p:pic>
      <p:pic>
        <p:nvPicPr>
          <p:cNvPr id="149" name="Picture 14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01AB2B14-CE8B-8E99-CAB4-5EAB46D78B9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95" y="5181599"/>
            <a:ext cx="304800" cy="304800"/>
          </a:xfrm>
          <a:prstGeom prst="rect">
            <a:avLst/>
          </a:prstGeom>
        </p:spPr>
      </p:pic>
      <p:pic>
        <p:nvPicPr>
          <p:cNvPr id="150" name="Picture 149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2262EC4-BEF5-3AB5-0094-6DAFAF3C64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36" y="5181599"/>
            <a:ext cx="304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EDCB3E-4972-C508-C9FF-B6A7CA998D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9424D648-44C6-4E93-0E57-9496F1632941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96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-0.31523 -0.7064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8" y="-3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6776119" y="563305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2912F3-EA09-E2E8-EED8-BAA79E94D62B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8D04C04-AA79-EE3A-072E-A6C8DFF7A4DC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69" name="Picture 6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4E99DA9D-88BB-E6EF-4B6E-4018BFDA97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0" name="Picture 6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B659B8A-818F-2552-318D-A4CA1D4201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196684-0A9A-18A5-7364-A087057A26CB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CE20100-EE5B-94A0-8D58-980A613A728D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67B9869-8F46-F873-E021-0C8178476721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DDE99BE-7B06-1FB9-3AED-040E1B9891D4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BB66E01-3408-89D5-3F4F-6AF71AF7F23B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51952B-E7C2-47FE-8037-1629457D2B8E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6DF70FF-DF76-3261-25E3-A88BD07DA005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D6B9BDA-BA12-AF61-C279-CF675879CA14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8E2598B6-4BCB-8714-4DE9-F53BE2F6EA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EADB73D-B51F-EB8A-7BBB-7506C5E2ED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AAD533E7-A37D-88C8-CB63-3BC79AFC4D4C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770B21E-A0D2-3ACB-BF7D-8CED6710EAE5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83" name="Picture 8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2F48409B-F9B0-2DF0-AAB6-CF949B04BD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4" name="Picture 8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B2A139A6-9DAD-6E13-4478-49C79E856C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8BC7B6A-0184-AA5B-6B64-A17FDED2F955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C787F31-D50E-58A2-D5FC-C31F496496D3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9BCF442-34BC-4134-186E-7BB16DC8DEE8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1F9489B-3CBC-4DBF-2AFA-6D43C5467F78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15F803A-7629-CB93-C284-16D018787B58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367B93E-EE1A-C5FA-5827-31A4D47B9E33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3CF9710-A47A-A423-9E0F-BDFDC5CC530F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8D716D5-A330-C9F9-CCE4-6D39F647656E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E106A68-E84E-0267-9EA2-42AD467064AC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056C227-640F-0169-CE91-31C7A0784D18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29" name="Picture 12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CDA8007-A42A-B1CF-2395-63078FDEA2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30" name="Picture 12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722C7284-80CB-8CF3-624D-A5AC3903F3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B011EEE-1A75-375B-3AEA-F9D9BEE16C4D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D07816B-3948-B8DD-E1AC-010682C753DC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41F7087-9654-E94E-A056-567B714B5B93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721DC99-D771-D86B-F6D6-073B864CDAA3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E1BAFF3-6CC5-A67C-71C6-CEFB7BBD9CBE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EB7BC5C-7950-CA59-9BE2-390A20720EA5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8CCA155-7378-B67D-EF6F-0C7E93503D6D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2D832F5-1938-759D-D532-B985809E9FD1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DA11D4F-8089-478C-F09D-322B115A6E10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F2F6A3DC-3F5C-1809-DD65-C425EA7BDC2C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1" name="Picture 14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6A8B8F8C-3FEA-3CBA-DE52-CA4B1FD8AA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2" name="Picture 14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FE3FF15B-BE80-283C-8DD6-625B6F7A8D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C5F42DD-2026-69A1-0C93-B49FC69AB440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E8BC725-AA79-C5CB-8AEB-F6780998DDA7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E6A3A65-6DDA-B733-17C9-AC517D4D70A7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F1A0977-5AC0-FBF1-6B82-1556EF9F99C8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5B7056D-868B-4F29-1DDF-2A8D96695F94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33838DC-9A23-D3CD-B67C-E78ABD2AC6F8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094BA84-3E6B-E4B2-AEDE-06B8AD15918F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9A834C2-6D6A-168B-6DCD-51981B6C31D6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FDBA1DB7-2FA5-8099-65D4-62E891FC0FD4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1E0B29E-C37D-98EA-D35E-402EF00F629D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9634C32C-D0C6-8331-691B-2B4E814D4212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6EC41BD-8050-E097-F4C3-0C2FF5ECB905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147" name="Picture 146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70021605-C071-B0F1-87C8-B952C885A7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097" y="5181599"/>
            <a:ext cx="304800" cy="304800"/>
          </a:xfrm>
          <a:prstGeom prst="rect">
            <a:avLst/>
          </a:prstGeom>
        </p:spPr>
      </p:pic>
      <p:pic>
        <p:nvPicPr>
          <p:cNvPr id="148" name="Picture 147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3CF46FB1-F7F3-CB1C-0005-97FD361C355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977" y="5199740"/>
            <a:ext cx="304800" cy="304800"/>
          </a:xfrm>
          <a:prstGeom prst="rect">
            <a:avLst/>
          </a:prstGeom>
        </p:spPr>
      </p:pic>
      <p:pic>
        <p:nvPicPr>
          <p:cNvPr id="149" name="Picture 14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2A1A830-AF35-48C9-3F79-30108A07D6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95" y="5181599"/>
            <a:ext cx="304800" cy="304800"/>
          </a:xfrm>
          <a:prstGeom prst="rect">
            <a:avLst/>
          </a:prstGeom>
        </p:spPr>
      </p:pic>
      <p:pic>
        <p:nvPicPr>
          <p:cNvPr id="150" name="Picture 149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906D55E0-D434-ED28-6BD9-353B1D365D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36" y="5181599"/>
            <a:ext cx="304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937AFBA-4690-B269-9720-820146102D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88" y="1481845"/>
            <a:ext cx="1820238" cy="1820238"/>
          </a:xfrm>
          <a:prstGeom prst="rect">
            <a:avLst/>
          </a:prstGeom>
        </p:spPr>
      </p:pic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F024A0FB-3F4A-5870-CA06-A22D087AA3DF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2530726" y="1028700"/>
            <a:ext cx="2746124" cy="1363264"/>
          </a:xfrm>
          <a:prstGeom prst="curvedConnector3">
            <a:avLst>
              <a:gd name="adj1" fmla="val 50000"/>
            </a:avLst>
          </a:prstGeom>
          <a:ln w="28575">
            <a:solidFill>
              <a:srgbClr val="4F59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2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7037E-6 L -0.38203 0.202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2" y="10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01E7BD8-679D-B228-410F-2466BD2AAF4A}"/>
              </a:ext>
            </a:extLst>
          </p:cNvPr>
          <p:cNvSpPr/>
          <p:nvPr/>
        </p:nvSpPr>
        <p:spPr>
          <a:xfrm>
            <a:off x="98312" y="126684"/>
            <a:ext cx="4372287" cy="4645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b="1" dirty="0"/>
              <a:t>Give Master IP Address Of Reducer Result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19761" y="5016309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2314575" y="1944075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1F4B05D-117B-3B41-EC6B-18A5744F67DB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2EA23F-D17E-6256-068A-707B924A3701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68" name="Picture 67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EDA0EB-27C3-59E4-CE96-62CB6CD1D6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9" name="Picture 68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7EB081A-DD48-7F94-ABF5-4C9923A7C4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26C2D4-E1FF-3C90-B8CB-804817FCC2B0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374C5F-FA04-78CF-AA95-37FCD35D5F16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32F7EDD-EC90-E745-4C0B-241E972EDC60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605207B-FB98-2AD9-B1B0-25FC38A41F4B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73996D8-BE16-2303-1A33-55F587E283C8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80A5439-5DB2-8A81-CBBF-D53DD2BCA580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7CF801F-EEA2-9AAA-09B1-75D7C1DB8984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342BDDA-56BA-B9ED-3895-764D6090FE24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A3799341-95A4-E40E-C8BB-F55968E046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918AF7D-B4B9-EA31-5A40-086EE8AB69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6506A7B4-E37D-DB1D-163E-1DDA4F3201E9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4DC1385-D6F0-D2F0-3D81-06D74CD5B36B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82" name="Picture 8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8C99F27-926A-22B2-D2FE-CDF4097679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3" name="Picture 8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823EE2C-2A68-D20D-02E5-3F7BB41FD5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69E4409-0A73-FDF4-D319-F4D723DA74A4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4C33A4E-104B-5E6F-217C-0EE75AB7DBA9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34E86E0-EC39-47E8-3161-C6F23DF511C4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BAA2FAA-A0A6-587D-8F8F-3F677D4141FB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C1C3525-A917-111C-8D9E-FD7900ACD19D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B0A5331-B763-F8A9-660A-4D9B473C21AF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8677223-C7FC-EED6-3871-E39132E1F15C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74E7DF8-FFEC-1399-60B2-D2036D8EA10B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59058B0-A078-56C8-B3EF-09F575A1BBB5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F17E365-6994-148E-1E04-82EA5F106AAB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94" name="Picture 9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A45F0F87-8A64-7106-B6AA-EB4B073E40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29" name="Picture 128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2D276D1F-6860-CA17-28AE-F98778B8E8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E6C6F8B-B539-4248-CCAA-43149F522BB6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8EF706E-F1D8-F890-4104-D37CEA85CE41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C125D65-DFA9-C05F-01BA-4EAA6CC25892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E9C78B9-9F0E-5C60-D61A-44A509A4D6CB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EDE07C6-B9A3-663F-DE18-470D22BC5E3A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B7B16F2-1445-15C5-7865-6A16EB366B7E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46A0BEA-8E45-0F77-19AF-2F93179B1E26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38E3A24-8629-7A2E-5E48-56FE79DAC69D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E1B9200-C6E1-30E8-0715-7E4358713E9D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13211171-E892-BBB5-A7B3-170FC5A339B6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40" name="Picture 13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7944531-B90E-41B9-C65E-FC2AEDD821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41" name="Picture 140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566DFB5-D7BB-D23D-CB45-AB4C8225D5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69C9CAC-BDA2-C345-1BED-AF70A3828EB7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4531C56-D209-84E6-A0DE-5B8ACC16A534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5DF612E-C7B5-8BE5-08C1-1F35C62A82AA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CCD8ADC-FB71-D16F-4317-F34497CD279F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20D4FCB-F9B3-3156-7174-4ADEF38D6B87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05FA200F-2DE4-1658-3864-154CF9F6ECA5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06F2E6D-2EC1-2E0D-075A-94CE1DC6F531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6B71BCE-0FB7-DE7D-0DA3-F647722C7169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BC92E962-A469-11F9-9B49-47BD710ED161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F6CE5B61-57D5-BD1B-4923-C19F9F6A9001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CE4D565-ED42-A2D2-FFCD-DE1CEC6E2911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DF97545B-63B7-3DFA-9F4C-7D9CAB940976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146" name="Picture 14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A6D4FDD6-ECF9-71E8-B46C-B96B1A76ED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097" y="5181599"/>
            <a:ext cx="304800" cy="304800"/>
          </a:xfrm>
          <a:prstGeom prst="rect">
            <a:avLst/>
          </a:prstGeom>
        </p:spPr>
      </p:pic>
      <p:pic>
        <p:nvPicPr>
          <p:cNvPr id="147" name="Picture 146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FD63305E-8A61-DF78-2882-B2C8D1D6BD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977" y="5199740"/>
            <a:ext cx="304800" cy="304800"/>
          </a:xfrm>
          <a:prstGeom prst="rect">
            <a:avLst/>
          </a:prstGeom>
        </p:spPr>
      </p:pic>
      <p:pic>
        <p:nvPicPr>
          <p:cNvPr id="148" name="Picture 147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9659D3BC-F215-FC86-3644-69DD665372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95" y="5181599"/>
            <a:ext cx="304800" cy="304800"/>
          </a:xfrm>
          <a:prstGeom prst="rect">
            <a:avLst/>
          </a:prstGeom>
        </p:spPr>
      </p:pic>
      <p:pic>
        <p:nvPicPr>
          <p:cNvPr id="149" name="Picture 14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EDAEAE8C-ED6A-DAEA-EE29-70DA43C4A7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36" y="5181599"/>
            <a:ext cx="304800" cy="304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BBE4C41-4DCF-8339-8D42-F30CD326D1E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52" y="1437243"/>
            <a:ext cx="1820238" cy="1820238"/>
          </a:xfrm>
          <a:prstGeom prst="rect">
            <a:avLst/>
          </a:prstGeom>
        </p:spPr>
      </p:pic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E86FCD28-869D-4ECB-F969-0BABD415C943}"/>
              </a:ext>
            </a:extLst>
          </p:cNvPr>
          <p:cNvCxnSpPr>
            <a:cxnSpLocks/>
            <a:stCxn id="62" idx="3"/>
            <a:endCxn id="52" idx="1"/>
          </p:cNvCxnSpPr>
          <p:nvPr/>
        </p:nvCxnSpPr>
        <p:spPr>
          <a:xfrm>
            <a:off x="3259857" y="2384078"/>
            <a:ext cx="5959904" cy="3249108"/>
          </a:xfrm>
          <a:prstGeom prst="curvedConnector3">
            <a:avLst>
              <a:gd name="adj1" fmla="val 66301"/>
            </a:avLst>
          </a:prstGeom>
          <a:ln w="38100">
            <a:solidFill>
              <a:srgbClr val="2ED35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46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2524D-990A-4D11-8FF9-DC2EE9B8B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30" y="1219102"/>
            <a:ext cx="1820238" cy="1820238"/>
          </a:xfrm>
          <a:prstGeom prst="rect">
            <a:avLst/>
          </a:prstGeom>
        </p:spPr>
      </p:pic>
      <p:pic>
        <p:nvPicPr>
          <p:cNvPr id="10" name="Picture 9" descr="A cartoon of a person with his hands up&#10;&#10;Description automatically generated with low confidence">
            <a:extLst>
              <a:ext uri="{FF2B5EF4-FFF2-40B4-BE49-F238E27FC236}">
                <a16:creationId xmlns:a16="http://schemas.microsoft.com/office/drawing/2014/main" id="{5FB597E6-4CDB-98DC-84C6-4F7DBAB17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39" y="657293"/>
            <a:ext cx="2438400" cy="2438400"/>
          </a:xfrm>
          <a:prstGeom prst="rect">
            <a:avLst/>
          </a:prstGeom>
        </p:spPr>
      </p:pic>
      <p:pic>
        <p:nvPicPr>
          <p:cNvPr id="6" name="Picture 5" descr="A picture containing clipart, graphics, symbol, drawing&#10;&#10;Description automatically generated">
            <a:extLst>
              <a:ext uri="{FF2B5EF4-FFF2-40B4-BE49-F238E27FC236}">
                <a16:creationId xmlns:a16="http://schemas.microsoft.com/office/drawing/2014/main" id="{0C9F5B50-DA02-129F-3233-BE617F820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476" y="4122994"/>
            <a:ext cx="674098" cy="674098"/>
          </a:xfrm>
          <a:prstGeom prst="flowChartConnector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9" name="Picture 38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F8E823B-98C5-2A8B-03C4-5EF3FCBD48B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566177" y="4040080"/>
            <a:ext cx="720000" cy="419963"/>
          </a:xfrm>
          <a:prstGeom prst="rect">
            <a:avLst/>
          </a:prstGeom>
        </p:spPr>
      </p:pic>
      <p:pic>
        <p:nvPicPr>
          <p:cNvPr id="42" name="Picture 4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FCDCFD05-328F-608C-11FF-E1D46A2102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177" y="4423560"/>
            <a:ext cx="414000" cy="414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3BE53D7-9C50-EA18-4026-C80FEB43FBDF}"/>
              </a:ext>
            </a:extLst>
          </p:cNvPr>
          <p:cNvSpPr/>
          <p:nvPr/>
        </p:nvSpPr>
        <p:spPr>
          <a:xfrm>
            <a:off x="10826543" y="4551943"/>
            <a:ext cx="186273" cy="157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932B4-BE35-A3DB-26A0-79A5F1024CA0}"/>
              </a:ext>
            </a:extLst>
          </p:cNvPr>
          <p:cNvGrpSpPr/>
          <p:nvPr/>
        </p:nvGrpSpPr>
        <p:grpSpPr>
          <a:xfrm>
            <a:off x="9256455" y="5019324"/>
            <a:ext cx="1713086" cy="1569415"/>
            <a:chOff x="414731" y="4191053"/>
            <a:chExt cx="1337925" cy="152886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67BB5D-3C78-4FFC-1649-B0D7E06AA7A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50" name="Picture 49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36549620-480F-78FB-1C4B-AF82E813C5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52" name="Picture 5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5EA97-34C5-03B2-9919-FC7C99527E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B112EC-7CE8-C652-8EA5-6ED5E4619210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5E6E12-10D8-4D0B-61A3-584DD04ACEC3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99ECD0-D17A-9ED3-81D6-8179ED5B40B9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DA0026-9661-D0D0-715F-98807CFCA1FB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476B4-FAAC-3583-2329-D4E36804BA08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B95A956-3319-5ED2-316D-1142940D448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1CD471-CC2F-3BA3-FE12-E693B72FB8F1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4CC344-AF3F-20D0-F02D-F4D0C0ED2E05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54" name="Picture 53" descr="A red finish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FC2258B-7692-45CF-D07F-AB18D1BB903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389"/>
          <a:stretch/>
        </p:blipFill>
        <p:spPr>
          <a:xfrm>
            <a:off x="9424605" y="4401256"/>
            <a:ext cx="1111024" cy="451202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D67E7-BC72-97BE-30C0-7EFB0E6D576B}"/>
              </a:ext>
            </a:extLst>
          </p:cNvPr>
          <p:cNvGrpSpPr/>
          <p:nvPr/>
        </p:nvGrpSpPr>
        <p:grpSpPr>
          <a:xfrm>
            <a:off x="2266950" y="1907940"/>
            <a:ext cx="945282" cy="880006"/>
            <a:chOff x="8367409" y="1980699"/>
            <a:chExt cx="877052" cy="877052"/>
          </a:xfrm>
        </p:grpSpPr>
        <p:pic>
          <p:nvPicPr>
            <p:cNvPr id="62" name="Picture 6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962CFE7-04FC-2C5C-8DD3-32426114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5998380-978E-8A62-E37E-3BFDA0F621FE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68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542668A-F1B9-A385-B257-13479021164F}"/>
              </a:ext>
            </a:extLst>
          </p:cNvPr>
          <p:cNvGrpSpPr/>
          <p:nvPr/>
        </p:nvGrpSpPr>
        <p:grpSpPr>
          <a:xfrm>
            <a:off x="2147962" y="5295566"/>
            <a:ext cx="936000" cy="865962"/>
            <a:chOff x="7932112" y="1485450"/>
            <a:chExt cx="1337925" cy="1520136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CDBADE3-A37C-9B51-78A1-784AF15BB973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81" name="Picture 8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A4AC056B-0EB0-8A2D-0D68-73BCD21699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2" name="Picture 8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72A5A317-32F5-8B61-CAAC-E73993D6B0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4504186-5BA5-7894-F19B-C9612EC3BFC9}"/>
                </a:ext>
              </a:extLst>
            </p:cNvPr>
            <p:cNvSpPr txBox="1"/>
            <p:nvPr/>
          </p:nvSpPr>
          <p:spPr>
            <a:xfrm>
              <a:off x="8169211" y="1689471"/>
              <a:ext cx="390241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92B656F-920F-8F8A-75AC-41F43F7DAFC4}"/>
                </a:ext>
              </a:extLst>
            </p:cNvPr>
            <p:cNvSpPr txBox="1"/>
            <p:nvPr/>
          </p:nvSpPr>
          <p:spPr>
            <a:xfrm>
              <a:off x="8180431" y="2006353"/>
              <a:ext cx="371113" cy="35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9D7549C-C895-2D12-BDA3-82A6F11CB5AA}"/>
                </a:ext>
              </a:extLst>
            </p:cNvPr>
            <p:cNvSpPr txBox="1"/>
            <p:nvPr/>
          </p:nvSpPr>
          <p:spPr>
            <a:xfrm>
              <a:off x="8176426" y="2318434"/>
              <a:ext cx="375894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658ED8C-372A-5E34-ADF9-FADD4D573DF9}"/>
                </a:ext>
              </a:extLst>
            </p:cNvPr>
            <p:cNvSpPr txBox="1"/>
            <p:nvPr/>
          </p:nvSpPr>
          <p:spPr>
            <a:xfrm>
              <a:off x="8166806" y="2610042"/>
              <a:ext cx="397417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G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62C5604-C29C-0B5A-B337-0175FDF96EC5}"/>
                </a:ext>
              </a:extLst>
            </p:cNvPr>
            <p:cNvSpPr txBox="1"/>
            <p:nvPr/>
          </p:nvSpPr>
          <p:spPr>
            <a:xfrm>
              <a:off x="8541761" y="172888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26B7492-517E-4385-07B6-124FC68103AA}"/>
                </a:ext>
              </a:extLst>
            </p:cNvPr>
            <p:cNvSpPr txBox="1"/>
            <p:nvPr/>
          </p:nvSpPr>
          <p:spPr>
            <a:xfrm>
              <a:off x="8541761" y="2052517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ADD7C1D-2918-5DD1-488A-213D01041B1B}"/>
                </a:ext>
              </a:extLst>
            </p:cNvPr>
            <p:cNvSpPr txBox="1"/>
            <p:nvPr/>
          </p:nvSpPr>
          <p:spPr>
            <a:xfrm>
              <a:off x="8541761" y="2354413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4D35489-1FCB-7A52-2E0A-F7EF8EB730EA}"/>
                </a:ext>
              </a:extLst>
            </p:cNvPr>
            <p:cNvSpPr txBox="1"/>
            <p:nvPr/>
          </p:nvSpPr>
          <p:spPr>
            <a:xfrm>
              <a:off x="8541761" y="2639054"/>
              <a:ext cx="569582" cy="352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pic>
        <p:nvPicPr>
          <p:cNvPr id="83" name="Picture 82">
            <a:extLst>
              <a:ext uri="{FF2B5EF4-FFF2-40B4-BE49-F238E27FC236}">
                <a16:creationId xmlns:a16="http://schemas.microsoft.com/office/drawing/2014/main" id="{35985BD8-323A-C5FC-E7BE-96998F83F8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50" y="3830896"/>
            <a:ext cx="1032947" cy="103294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39BBC7BE-0F75-F06A-7E7F-28BDE607ED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01" y="3864765"/>
            <a:ext cx="1032947" cy="1032947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3567BBF7-957A-D3A8-5094-9CB29557E168}"/>
              </a:ext>
            </a:extLst>
          </p:cNvPr>
          <p:cNvGrpSpPr/>
          <p:nvPr/>
        </p:nvGrpSpPr>
        <p:grpSpPr>
          <a:xfrm>
            <a:off x="1317249" y="5295566"/>
            <a:ext cx="936000" cy="900000"/>
            <a:chOff x="414731" y="4191053"/>
            <a:chExt cx="1337925" cy="1520136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A36E00C0-8FC5-AFA2-24E3-61FBBBECC73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9" name="Picture 12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2225650F-5ECE-EA3E-ADEE-07F4420F63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30" name="Picture 12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D1D62989-AF91-0CB4-17F0-4C200D76E9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D79EA31-080D-75DB-72F3-83AEC1A6EBFA}"/>
                </a:ext>
              </a:extLst>
            </p:cNvPr>
            <p:cNvSpPr txBox="1"/>
            <p:nvPr/>
          </p:nvSpPr>
          <p:spPr>
            <a:xfrm>
              <a:off x="633477" y="4390177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3DF4F5D-FFEE-22AB-7120-3DF51B78A031}"/>
                </a:ext>
              </a:extLst>
            </p:cNvPr>
            <p:cNvSpPr txBox="1"/>
            <p:nvPr/>
          </p:nvSpPr>
          <p:spPr>
            <a:xfrm>
              <a:off x="644698" y="470705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/>
                <a:t>T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C59AAFE-489D-F678-FACA-07B5CE098ECF}"/>
                </a:ext>
              </a:extLst>
            </p:cNvPr>
            <p:cNvSpPr txBox="1"/>
            <p:nvPr/>
          </p:nvSpPr>
          <p:spPr>
            <a:xfrm>
              <a:off x="657704" y="506895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C4E251D-2172-D607-58E2-FF7164C00878}"/>
                </a:ext>
              </a:extLst>
            </p:cNvPr>
            <p:cNvSpPr txBox="1"/>
            <p:nvPr/>
          </p:nvSpPr>
          <p:spPr>
            <a:xfrm>
              <a:off x="649400" y="5340600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9EE92D7-9AC1-7C35-75A5-344C206547D0}"/>
                </a:ext>
              </a:extLst>
            </p:cNvPr>
            <p:cNvSpPr txBox="1"/>
            <p:nvPr/>
          </p:nvSpPr>
          <p:spPr>
            <a:xfrm>
              <a:off x="1006027" y="442959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3A65D6F-DB60-5E2F-B502-568116473D06}"/>
                </a:ext>
              </a:extLst>
            </p:cNvPr>
            <p:cNvSpPr txBox="1"/>
            <p:nvPr/>
          </p:nvSpPr>
          <p:spPr>
            <a:xfrm>
              <a:off x="1006027" y="475322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0D32A3E-8F9E-E6FC-8B94-12768DB010D2}"/>
                </a:ext>
              </a:extLst>
            </p:cNvPr>
            <p:cNvSpPr txBox="1"/>
            <p:nvPr/>
          </p:nvSpPr>
          <p:spPr>
            <a:xfrm>
              <a:off x="1006027" y="505512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B64D5C4-D923-2747-7046-5C7E232D57FA}"/>
                </a:ext>
              </a:extLst>
            </p:cNvPr>
            <p:cNvSpPr txBox="1"/>
            <p:nvPr/>
          </p:nvSpPr>
          <p:spPr>
            <a:xfrm>
              <a:off x="1006027" y="5339761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B9164BC-9E76-D0BB-C7CD-5834768D6511}"/>
              </a:ext>
            </a:extLst>
          </p:cNvPr>
          <p:cNvGrpSpPr/>
          <p:nvPr/>
        </p:nvGrpSpPr>
        <p:grpSpPr>
          <a:xfrm>
            <a:off x="5314126" y="5266377"/>
            <a:ext cx="936000" cy="885725"/>
            <a:chOff x="10118099" y="1504743"/>
            <a:chExt cx="1337925" cy="1520136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C6140DB-F6B8-BDE3-0928-09D94B2F7A5E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141" name="Picture 140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BD1A0E1-49B4-9E0E-0CF2-2D77C62F0B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  <a:noFill/>
            </p:spPr>
          </p:pic>
          <p:pic>
            <p:nvPicPr>
              <p:cNvPr id="142" name="Picture 141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0CB0E3F1-85DB-81D7-DCB8-651987180D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  <a:noFill/>
            </p:spPr>
          </p:pic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4724E45-DD2F-3C6C-3263-221C6304B120}"/>
                </a:ext>
              </a:extLst>
            </p:cNvPr>
            <p:cNvSpPr txBox="1"/>
            <p:nvPr/>
          </p:nvSpPr>
          <p:spPr>
            <a:xfrm>
              <a:off x="10346197" y="174165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774A956-F135-A853-1726-97CCC40C3C2E}"/>
                </a:ext>
              </a:extLst>
            </p:cNvPr>
            <p:cNvSpPr txBox="1"/>
            <p:nvPr/>
          </p:nvSpPr>
          <p:spPr>
            <a:xfrm>
              <a:off x="10357417" y="2058536"/>
              <a:ext cx="27924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CEDE092-4D7D-9E29-69C0-94A54FC13FCB}"/>
                </a:ext>
              </a:extLst>
            </p:cNvPr>
            <p:cNvSpPr txBox="1"/>
            <p:nvPr/>
          </p:nvSpPr>
          <p:spPr>
            <a:xfrm>
              <a:off x="10355815" y="2360933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65CA3BE-43E2-A0BE-BBB1-2A0C469C0CF4}"/>
                </a:ext>
              </a:extLst>
            </p:cNvPr>
            <p:cNvSpPr txBox="1"/>
            <p:nvPr/>
          </p:nvSpPr>
          <p:spPr>
            <a:xfrm>
              <a:off x="10346197" y="2652537"/>
              <a:ext cx="3064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A5DC45C-28B8-217C-98BA-BF94F4E09EC7}"/>
                </a:ext>
              </a:extLst>
            </p:cNvPr>
            <p:cNvSpPr txBox="1"/>
            <p:nvPr/>
          </p:nvSpPr>
          <p:spPr>
            <a:xfrm>
              <a:off x="10727385" y="172741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B699477-6319-FF14-D0DA-50F3C46AB620}"/>
                </a:ext>
              </a:extLst>
            </p:cNvPr>
            <p:cNvSpPr txBox="1"/>
            <p:nvPr/>
          </p:nvSpPr>
          <p:spPr>
            <a:xfrm>
              <a:off x="10727385" y="2051046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0045329-E6C0-9B74-DDA6-2946F7BB03F8}"/>
                </a:ext>
              </a:extLst>
            </p:cNvPr>
            <p:cNvSpPr txBox="1"/>
            <p:nvPr/>
          </p:nvSpPr>
          <p:spPr>
            <a:xfrm>
              <a:off x="10727385" y="2352940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8A4A859-9AA8-47C7-D745-4AFCCEFC2B5C}"/>
                </a:ext>
              </a:extLst>
            </p:cNvPr>
            <p:cNvSpPr txBox="1"/>
            <p:nvPr/>
          </p:nvSpPr>
          <p:spPr>
            <a:xfrm>
              <a:off x="10727385" y="2637582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D17BC77-039C-6E92-3892-D4D970F8EC63}"/>
              </a:ext>
            </a:extLst>
          </p:cNvPr>
          <p:cNvGrpSpPr/>
          <p:nvPr/>
        </p:nvGrpSpPr>
        <p:grpSpPr>
          <a:xfrm>
            <a:off x="6113775" y="5253895"/>
            <a:ext cx="936000" cy="900000"/>
            <a:chOff x="10496494" y="5041105"/>
            <a:chExt cx="1337925" cy="1520136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99B9E9A3-336A-7D1F-495B-C745ED7ED546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166" name="Picture 16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9F0F296-00E6-F538-231D-77AA0791D4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7" name="Picture 16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B67E781-47F3-1BA4-5F0E-36F99A3363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0B4D06C-8672-E59E-1FCD-30DFC2C1D23D}"/>
                </a:ext>
              </a:extLst>
            </p:cNvPr>
            <p:cNvSpPr txBox="1"/>
            <p:nvPr/>
          </p:nvSpPr>
          <p:spPr>
            <a:xfrm>
              <a:off x="10724853" y="5270041"/>
              <a:ext cx="301686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A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AB3054F-23A5-0469-BD43-4599F72D3BE2}"/>
                </a:ext>
              </a:extLst>
            </p:cNvPr>
            <p:cNvSpPr txBox="1"/>
            <p:nvPr/>
          </p:nvSpPr>
          <p:spPr>
            <a:xfrm>
              <a:off x="10744788" y="5597218"/>
              <a:ext cx="279245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T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7BA87F1-64C7-866C-26BD-EC96C04C9E8B}"/>
                </a:ext>
              </a:extLst>
            </p:cNvPr>
            <p:cNvSpPr txBox="1"/>
            <p:nvPr/>
          </p:nvSpPr>
          <p:spPr>
            <a:xfrm>
              <a:off x="10736770" y="5894183"/>
              <a:ext cx="28725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C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03B0737-8AEA-E7EA-43ED-36842FA9C783}"/>
                </a:ext>
              </a:extLst>
            </p:cNvPr>
            <p:cNvSpPr txBox="1"/>
            <p:nvPr/>
          </p:nvSpPr>
          <p:spPr>
            <a:xfrm>
              <a:off x="10727152" y="6144602"/>
              <a:ext cx="306493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 b="1"/>
              </a:lvl1pPr>
            </a:lstStyle>
            <a:p>
              <a:r>
                <a:rPr lang="en-US" dirty="0"/>
                <a:t>G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354CEF2-A666-CF84-EB4D-C0CA1E7120D0}"/>
                </a:ext>
              </a:extLst>
            </p:cNvPr>
            <p:cNvSpPr txBox="1"/>
            <p:nvPr/>
          </p:nvSpPr>
          <p:spPr>
            <a:xfrm>
              <a:off x="11102105" y="526344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81E9CC4-3AD5-E0CD-EA73-016BD5C7401A}"/>
                </a:ext>
              </a:extLst>
            </p:cNvPr>
            <p:cNvSpPr txBox="1"/>
            <p:nvPr/>
          </p:nvSpPr>
          <p:spPr>
            <a:xfrm>
              <a:off x="11102105" y="5587079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CB5E9ECB-947D-76E6-1ACC-AB3700B9CB60}"/>
                </a:ext>
              </a:extLst>
            </p:cNvPr>
            <p:cNvSpPr txBox="1"/>
            <p:nvPr/>
          </p:nvSpPr>
          <p:spPr>
            <a:xfrm>
              <a:off x="11102105" y="5888974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AF60DB5-1EDD-61C0-63C7-D357B6FC69EF}"/>
                </a:ext>
              </a:extLst>
            </p:cNvPr>
            <p:cNvSpPr txBox="1"/>
            <p:nvPr/>
          </p:nvSpPr>
          <p:spPr>
            <a:xfrm>
              <a:off x="11102105" y="6173615"/>
              <a:ext cx="396390" cy="269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A9AE2EEE-B346-A71B-60D1-DD05E3404F7D}"/>
              </a:ext>
            </a:extLst>
          </p:cNvPr>
          <p:cNvSpPr/>
          <p:nvPr/>
        </p:nvSpPr>
        <p:spPr>
          <a:xfrm>
            <a:off x="1445962" y="4940831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1ACG..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ACD07A82-F30E-704E-9C8F-C565D1AB6514}"/>
              </a:ext>
            </a:extLst>
          </p:cNvPr>
          <p:cNvSpPr/>
          <p:nvPr/>
        </p:nvSpPr>
        <p:spPr>
          <a:xfrm>
            <a:off x="5428032" y="4919986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3ATG..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859EADF-C3DB-8FE4-9F78-88A35F062F00}"/>
              </a:ext>
            </a:extLst>
          </p:cNvPr>
          <p:cNvSpPr/>
          <p:nvPr/>
        </p:nvSpPr>
        <p:spPr>
          <a:xfrm>
            <a:off x="2209768" y="4943399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2TTG..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1BE7B1A5-4C61-C6D2-42FF-121F99D700CE}"/>
              </a:ext>
            </a:extLst>
          </p:cNvPr>
          <p:cNvSpPr/>
          <p:nvPr/>
        </p:nvSpPr>
        <p:spPr>
          <a:xfrm>
            <a:off x="6185448" y="4915507"/>
            <a:ext cx="702000" cy="3420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4GTG..</a:t>
            </a:r>
          </a:p>
        </p:txBody>
      </p:sp>
      <p:pic>
        <p:nvPicPr>
          <p:cNvPr id="172" name="Picture 171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A3F6DE77-A47C-3F4A-1B3E-4F813627EA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097" y="5181599"/>
            <a:ext cx="304800" cy="304800"/>
          </a:xfrm>
          <a:prstGeom prst="rect">
            <a:avLst/>
          </a:prstGeom>
        </p:spPr>
      </p:pic>
      <p:pic>
        <p:nvPicPr>
          <p:cNvPr id="173" name="Picture 17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F9D04A79-A113-90DC-0128-CA70A473AB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977" y="5199740"/>
            <a:ext cx="304800" cy="304800"/>
          </a:xfrm>
          <a:prstGeom prst="rect">
            <a:avLst/>
          </a:prstGeom>
        </p:spPr>
      </p:pic>
      <p:pic>
        <p:nvPicPr>
          <p:cNvPr id="174" name="Picture 173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AFC3B840-A607-A757-7F5D-B52D8576FF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95" y="5181599"/>
            <a:ext cx="304800" cy="304800"/>
          </a:xfrm>
          <a:prstGeom prst="rect">
            <a:avLst/>
          </a:prstGeom>
        </p:spPr>
      </p:pic>
      <p:pic>
        <p:nvPicPr>
          <p:cNvPr id="175" name="Picture 174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346221C7-0523-66C3-1D7E-68FCBE87DF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36" y="5181599"/>
            <a:ext cx="304800" cy="304800"/>
          </a:xfrm>
          <a:prstGeom prst="rect">
            <a:avLst/>
          </a:prstGeom>
        </p:spPr>
      </p:pic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98E06F86-A7C5-B013-138F-930EB405A283}"/>
              </a:ext>
            </a:extLst>
          </p:cNvPr>
          <p:cNvCxnSpPr>
            <a:cxnSpLocks/>
          </p:cNvCxnSpPr>
          <p:nvPr/>
        </p:nvCxnSpPr>
        <p:spPr>
          <a:xfrm>
            <a:off x="3259857" y="2384078"/>
            <a:ext cx="5959904" cy="3249108"/>
          </a:xfrm>
          <a:prstGeom prst="curvedConnector3">
            <a:avLst>
              <a:gd name="adj1" fmla="val 66301"/>
            </a:avLst>
          </a:prstGeom>
          <a:ln w="38100">
            <a:solidFill>
              <a:srgbClr val="2ED35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BBF14E-124E-2165-6789-8B2B567A2679}"/>
              </a:ext>
            </a:extLst>
          </p:cNvPr>
          <p:cNvGrpSpPr/>
          <p:nvPr/>
        </p:nvGrpSpPr>
        <p:grpSpPr>
          <a:xfrm>
            <a:off x="9256455" y="5019324"/>
            <a:ext cx="1713086" cy="1569415"/>
            <a:chOff x="414731" y="4191053"/>
            <a:chExt cx="1337925" cy="15288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06633F9-BFDC-BFD4-4649-14D4009FCCEE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68" name="Picture 67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5C927013-365D-1B4C-FBDD-0EBE17705F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9" name="Picture 68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13C4F73-3371-7226-C16E-72281D21A1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2"/>
              </a:xfrm>
              <a:prstGeom prst="rect">
                <a:avLst/>
              </a:prstGeom>
            </p:spPr>
          </p:pic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77AE3E1-856B-2148-FDFC-2DCBFBCAA581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47F535E-10DE-344D-E9CC-42F102FC21C7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A7847F-1A51-EBFE-0564-EC1611AC429A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762A8F7-3D60-B9D6-3AAD-4A026FDA0A79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A21BA8E-D23B-C0C2-61C9-DBAF29D215F7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B5E9987-B386-0335-0662-D67CD448AC0F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DFA2E65-BDBF-9850-446F-0F0EED2BC885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ECACBF-B5C5-CB36-C587-BE34B2EB3B9C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004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63 -0.02153 L -0.0763 -0.0213 C -0.1168 -0.02037 -0.1142 -0.00996 -0.14024 -0.02986 C -0.14271 -0.03172 -0.14479 -0.03449 -0.14701 -0.03681 C -0.14805 -0.03959 -0.14935 -0.04236 -0.15 -0.04514 C -0.1569 -0.06783 -0.14831 -0.04144 -0.15235 -0.05625 C -0.15287 -0.05787 -0.15339 -0.05926 -0.15391 -0.06042 C -0.16615 -0.08496 -0.15326 -0.05834 -0.16823 -0.08125 C -0.17539 -0.09213 -0.17019 -0.08519 -0.17735 -0.09236 C -0.17878 -0.09375 -0.17995 -0.09537 -0.18125 -0.09653 C -0.18425 -0.09908 -0.18737 -0.10093 -0.19037 -0.10348 C -0.19558 -0.10834 -0.19336 -0.10672 -0.19714 -0.10903 L -0.20326 -0.12037 C -0.20404 -0.12176 -0.20508 -0.12292 -0.20547 -0.12454 C -0.20625 -0.12732 -0.20703 -0.13033 -0.20782 -0.13287 C -0.20886 -0.13588 -0.21003 -0.13843 -0.21081 -0.14121 C -0.21211 -0.14537 -0.21289 -0.14954 -0.21394 -0.15371 C -0.21407 -0.15695 -0.21433 -0.16019 -0.21459 -0.16343 C -0.21628 -0.17963 -0.21459 -0.15556 -0.21615 -0.17732 C -0.2168 -0.18473 -0.21719 -0.19213 -0.21771 -0.19954 C -0.21927 -0.22246 -0.21732 -0.20139 -0.21992 -0.21783 C -0.22032 -0.22014 -0.22019 -0.22269 -0.22071 -0.22477 C -0.22149 -0.22755 -0.22305 -0.2294 -0.2237 -0.23172 C -0.23972 -0.27801 -0.22409 -0.23311 -0.23216 -0.26088 C -0.23321 -0.26482 -0.23477 -0.26829 -0.23594 -0.27199 C -0.23776 -0.27801 -0.23933 -0.28426 -0.24128 -0.29005 C -0.24232 -0.29352 -0.24401 -0.2963 -0.24505 -0.29977 C -0.24623 -0.30394 -0.24688 -0.30857 -0.24805 -0.3125 C -0.25 -0.31829 -0.25209 -0.32385 -0.25417 -0.32917 C -0.25521 -0.33172 -0.25951 -0.34306 -0.26094 -0.34584 C -0.26198 -0.34746 -0.26315 -0.34861 -0.26407 -0.35 C -0.28594 -0.38681 -0.25925 -0.34468 -0.27617 -0.36945 C -0.27709 -0.37084 -0.27761 -0.37269 -0.27839 -0.37361 C -0.28203 -0.37778 -0.29636 -0.38843 -0.2974 -0.38889 C -0.29974 -0.38982 -0.30209 -0.39051 -0.3043 -0.39167 C -0.30638 -0.39283 -0.30834 -0.39468 -0.31029 -0.39584 C -0.31289 -0.39746 -0.3155 -0.39861 -0.31797 -0.4 C -0.3237 -0.40324 -0.3293 -0.40579 -0.33464 -0.40996 C -0.33646 -0.41135 -0.33815 -0.41297 -0.33998 -0.41412 C -0.34271 -0.41621 -0.34571 -0.41783 -0.34831 -0.41968 C -0.3513 -0.42199 -0.35404 -0.42431 -0.35664 -0.42662 C -0.35886 -0.42848 -0.36081 -0.4301 -0.36276 -0.43218 C -0.3642 -0.4338 -0.36524 -0.43681 -0.36654 -0.43774 C -0.36901 -0.43959 -0.37162 -0.43959 -0.37422 -0.44051 C -0.38008 -0.44723 -0.37591 -0.44329 -0.38334 -0.44746 C -0.40013 -0.45718 -0.38633 -0.4507 -0.39701 -0.4544 C -0.39935 -0.45533 -0.40157 -0.45649 -0.40378 -0.45718 C -0.40703 -0.45834 -0.41055 -0.45903 -0.41367 -0.45996 C -0.44115 -0.46899 -0.41042 -0.46019 -0.4349 -0.4669 C -0.44896 -0.47732 -0.43776 -0.47061 -0.46003 -0.47524 C -0.46992 -0.47755 -0.47318 -0.48172 -0.48438 -0.48496 C -0.49701 -0.48889 -0.49037 -0.4875 -0.50404 -0.48912 C -0.5069 -0.49051 -0.50964 -0.4926 -0.51237 -0.49329 C -0.51628 -0.49445 -0.52005 -0.49445 -0.52383 -0.49468 C -0.53164 -0.49537 -0.53959 -0.49561 -0.5474 -0.49607 C -0.55144 -0.49977 -0.54935 -0.49838 -0.55339 -0.50024 " pathEditMode="relative" rAng="0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54" y="-2375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sitting at a desk with a computer and a computer&#10;&#10;Description automatically generated with low confidence">
            <a:extLst>
              <a:ext uri="{FF2B5EF4-FFF2-40B4-BE49-F238E27FC236}">
                <a16:creationId xmlns:a16="http://schemas.microsoft.com/office/drawing/2014/main" id="{A1CE2EBC-798B-4C56-F6B0-253BB0216B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4" r="9089" b="867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7DAB92-0D84-6DE7-077A-53CDB0E07655}"/>
              </a:ext>
            </a:extLst>
          </p:cNvPr>
          <p:cNvSpPr/>
          <p:nvPr/>
        </p:nvSpPr>
        <p:spPr>
          <a:xfrm>
            <a:off x="481029" y="2105025"/>
            <a:ext cx="3977640" cy="222147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Rescheduling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Reducer is DEAD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64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67EFCCEA-143B-339E-DE46-279D9E572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382723" y="796463"/>
            <a:ext cx="2264037" cy="2264037"/>
          </a:xfrm>
          <a:prstGeom prst="rect">
            <a:avLst/>
          </a:prstGeom>
        </p:spPr>
      </p:pic>
      <p:pic>
        <p:nvPicPr>
          <p:cNvPr id="59" name="Picture 58" descr="A cartoon of a person holding a megaphone&#10;&#10;Description automatically generated with medium confidence">
            <a:extLst>
              <a:ext uri="{FF2B5EF4-FFF2-40B4-BE49-F238E27FC236}">
                <a16:creationId xmlns:a16="http://schemas.microsoft.com/office/drawing/2014/main" id="{0EE3189B-A802-6B59-C4DE-E8EC861B7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2820">
            <a:off x="6205547" y="402814"/>
            <a:ext cx="1251770" cy="125177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6CB38-ADAE-055E-3C53-9E36A79DAA5C}"/>
              </a:ext>
            </a:extLst>
          </p:cNvPr>
          <p:cNvGrpSpPr/>
          <p:nvPr/>
        </p:nvGrpSpPr>
        <p:grpSpPr>
          <a:xfrm>
            <a:off x="9429750" y="3976687"/>
            <a:ext cx="1085850" cy="1085850"/>
            <a:chOff x="2124075" y="3228975"/>
            <a:chExt cx="1085850" cy="1085850"/>
          </a:xfrm>
        </p:grpSpPr>
        <p:pic>
          <p:nvPicPr>
            <p:cNvPr id="33" name="Picture 3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F207FCCB-A6BF-EAF5-7D3A-84226C7D0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0D7D6ED-33CA-CF02-8EF9-28E549F5979A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FD0EF987-2113-438A-D287-90173D2C3907}"/>
              </a:ext>
            </a:extLst>
          </p:cNvPr>
          <p:cNvSpPr/>
          <p:nvPr/>
        </p:nvSpPr>
        <p:spPr>
          <a:xfrm>
            <a:off x="2215166" y="496426"/>
            <a:ext cx="1724033" cy="1200150"/>
          </a:xfrm>
          <a:custGeom>
            <a:avLst/>
            <a:gdLst>
              <a:gd name="connsiteX0" fmla="*/ 155641 w 1724033"/>
              <a:gd name="connsiteY0" fmla="*/ 399216 h 1200150"/>
              <a:gd name="connsiteX1" fmla="*/ 224403 w 1724033"/>
              <a:gd name="connsiteY1" fmla="*/ 191885 h 1200150"/>
              <a:gd name="connsiteX2" fmla="*/ 558913 w 1724033"/>
              <a:gd name="connsiteY2" fmla="*/ 144518 h 1200150"/>
              <a:gd name="connsiteX3" fmla="*/ 896177 w 1724033"/>
              <a:gd name="connsiteY3" fmla="*/ 95345 h 1200150"/>
              <a:gd name="connsiteX4" fmla="*/ 1027595 w 1724033"/>
              <a:gd name="connsiteY4" fmla="*/ 5556 h 1200150"/>
              <a:gd name="connsiteX5" fmla="*/ 1190580 w 1724033"/>
              <a:gd name="connsiteY5" fmla="*/ 68925 h 1200150"/>
              <a:gd name="connsiteX6" fmla="*/ 1415263 w 1724033"/>
              <a:gd name="connsiteY6" fmla="*/ 19169 h 1200150"/>
              <a:gd name="connsiteX7" fmla="*/ 1529201 w 1724033"/>
              <a:gd name="connsiteY7" fmla="*/ 154908 h 1200150"/>
              <a:gd name="connsiteX8" fmla="*/ 1675424 w 1724033"/>
              <a:gd name="connsiteY8" fmla="*/ 286646 h 1200150"/>
              <a:gd name="connsiteX9" fmla="*/ 1668879 w 1724033"/>
              <a:gd name="connsiteY9" fmla="*/ 429498 h 1200150"/>
              <a:gd name="connsiteX10" fmla="*/ 1716689 w 1724033"/>
              <a:gd name="connsiteY10" fmla="*/ 647914 h 1200150"/>
              <a:gd name="connsiteX11" fmla="*/ 1492725 w 1724033"/>
              <a:gd name="connsiteY11" fmla="*/ 839104 h 1200150"/>
              <a:gd name="connsiteX12" fmla="*/ 1412549 w 1724033"/>
              <a:gd name="connsiteY12" fmla="*/ 1002930 h 1200150"/>
              <a:gd name="connsiteX13" fmla="*/ 1139577 w 1724033"/>
              <a:gd name="connsiteY13" fmla="*/ 1022766 h 1200150"/>
              <a:gd name="connsiteX14" fmla="*/ 944506 w 1724033"/>
              <a:gd name="connsiteY14" fmla="*/ 1197538 h 1200150"/>
              <a:gd name="connsiteX15" fmla="*/ 657686 w 1724033"/>
              <a:gd name="connsiteY15" fmla="*/ 1090858 h 1200150"/>
              <a:gd name="connsiteX16" fmla="*/ 231627 w 1724033"/>
              <a:gd name="connsiteY16" fmla="*/ 985456 h 1200150"/>
              <a:gd name="connsiteX17" fmla="*/ 44298 w 1724033"/>
              <a:gd name="connsiteY17" fmla="*/ 868164 h 1200150"/>
              <a:gd name="connsiteX18" fmla="*/ 84325 w 1724033"/>
              <a:gd name="connsiteY18" fmla="*/ 709838 h 1200150"/>
              <a:gd name="connsiteX19" fmla="*/ -200 w 1724033"/>
              <a:gd name="connsiteY19" fmla="*/ 547401 h 1200150"/>
              <a:gd name="connsiteX20" fmla="*/ 154165 w 1724033"/>
              <a:gd name="connsiteY20" fmla="*/ 403022 h 1200150"/>
              <a:gd name="connsiteX21" fmla="*/ 155641 w 1724033"/>
              <a:gd name="connsiteY21" fmla="*/ 399216 h 1200150"/>
              <a:gd name="connsiteX0" fmla="*/ 205827 w 1724033"/>
              <a:gd name="connsiteY0" fmla="*/ 1901830 h 1200150"/>
              <a:gd name="connsiteX1" fmla="*/ 172489 w 1724033"/>
              <a:gd name="connsiteY1" fmla="*/ 1935168 h 1200150"/>
              <a:gd name="connsiteX2" fmla="*/ 139151 w 1724033"/>
              <a:gd name="connsiteY2" fmla="*/ 1901830 h 1200150"/>
              <a:gd name="connsiteX3" fmla="*/ 172489 w 1724033"/>
              <a:gd name="connsiteY3" fmla="*/ 1868492 h 1200150"/>
              <a:gd name="connsiteX4" fmla="*/ 205827 w 1724033"/>
              <a:gd name="connsiteY4" fmla="*/ 1901830 h 1200150"/>
              <a:gd name="connsiteX0" fmla="*/ 359195 w 1724033"/>
              <a:gd name="connsiteY0" fmla="*/ 1675224 h 1200150"/>
              <a:gd name="connsiteX1" fmla="*/ 292520 w 1724033"/>
              <a:gd name="connsiteY1" fmla="*/ 1741899 h 1200150"/>
              <a:gd name="connsiteX2" fmla="*/ 225845 w 1724033"/>
              <a:gd name="connsiteY2" fmla="*/ 1675224 h 1200150"/>
              <a:gd name="connsiteX3" fmla="*/ 292520 w 1724033"/>
              <a:gd name="connsiteY3" fmla="*/ 1608549 h 1200150"/>
              <a:gd name="connsiteX4" fmla="*/ 359195 w 1724033"/>
              <a:gd name="connsiteY4" fmla="*/ 1675224 h 1200150"/>
              <a:gd name="connsiteX0" fmla="*/ 543772 w 1724033"/>
              <a:gd name="connsiteY0" fmla="*/ 1389699 h 1200150"/>
              <a:gd name="connsiteX1" fmla="*/ 443759 w 1724033"/>
              <a:gd name="connsiteY1" fmla="*/ 1489712 h 1200150"/>
              <a:gd name="connsiteX2" fmla="*/ 343746 w 1724033"/>
              <a:gd name="connsiteY2" fmla="*/ 1389699 h 1200150"/>
              <a:gd name="connsiteX3" fmla="*/ 443759 w 1724033"/>
              <a:gd name="connsiteY3" fmla="*/ 1289686 h 1200150"/>
              <a:gd name="connsiteX4" fmla="*/ 543772 w 1724033"/>
              <a:gd name="connsiteY4" fmla="*/ 1389699 h 1200150"/>
              <a:gd name="connsiteX0" fmla="*/ 187289 w 1724033"/>
              <a:gd name="connsiteY0" fmla="*/ 727229 h 1200150"/>
              <a:gd name="connsiteX1" fmla="*/ 86201 w 1724033"/>
              <a:gd name="connsiteY1" fmla="*/ 705088 h 1200150"/>
              <a:gd name="connsiteX2" fmla="*/ 276483 w 1724033"/>
              <a:gd name="connsiteY2" fmla="*/ 969537 h 1200150"/>
              <a:gd name="connsiteX3" fmla="*/ 232265 w 1724033"/>
              <a:gd name="connsiteY3" fmla="*/ 980122 h 1200150"/>
              <a:gd name="connsiteX4" fmla="*/ 657606 w 1724033"/>
              <a:gd name="connsiteY4" fmla="*/ 1085969 h 1200150"/>
              <a:gd name="connsiteX5" fmla="*/ 630948 w 1724033"/>
              <a:gd name="connsiteY5" fmla="*/ 1037629 h 1200150"/>
              <a:gd name="connsiteX6" fmla="*/ 1150432 w 1724033"/>
              <a:gd name="connsiteY6" fmla="*/ 965426 h 1200150"/>
              <a:gd name="connsiteX7" fmla="*/ 1139777 w 1724033"/>
              <a:gd name="connsiteY7" fmla="*/ 1018460 h 1200150"/>
              <a:gd name="connsiteX8" fmla="*/ 1362025 w 1724033"/>
              <a:gd name="connsiteY8" fmla="*/ 637690 h 1200150"/>
              <a:gd name="connsiteX9" fmla="*/ 1491767 w 1724033"/>
              <a:gd name="connsiteY9" fmla="*/ 835937 h 1200150"/>
              <a:gd name="connsiteX10" fmla="*/ 1668081 w 1724033"/>
              <a:gd name="connsiteY10" fmla="*/ 426553 h 1200150"/>
              <a:gd name="connsiteX11" fmla="*/ 1610294 w 1724033"/>
              <a:gd name="connsiteY11" fmla="*/ 500895 h 1200150"/>
              <a:gd name="connsiteX12" fmla="*/ 1529440 w 1724033"/>
              <a:gd name="connsiteY12" fmla="*/ 150741 h 1200150"/>
              <a:gd name="connsiteX13" fmla="*/ 1532473 w 1724033"/>
              <a:gd name="connsiteY13" fmla="*/ 185856 h 1200150"/>
              <a:gd name="connsiteX14" fmla="*/ 1160449 w 1724033"/>
              <a:gd name="connsiteY14" fmla="*/ 109791 h 1200150"/>
              <a:gd name="connsiteX15" fmla="*/ 1190061 w 1724033"/>
              <a:gd name="connsiteY15" fmla="*/ 65008 h 1200150"/>
              <a:gd name="connsiteX16" fmla="*/ 883606 w 1724033"/>
              <a:gd name="connsiteY16" fmla="*/ 131127 h 1200150"/>
              <a:gd name="connsiteX17" fmla="*/ 897933 w 1724033"/>
              <a:gd name="connsiteY17" fmla="*/ 92511 h 1200150"/>
              <a:gd name="connsiteX18" fmla="*/ 558714 w 1724033"/>
              <a:gd name="connsiteY18" fmla="*/ 144240 h 1200150"/>
              <a:gd name="connsiteX19" fmla="*/ 610595 w 1724033"/>
              <a:gd name="connsiteY19" fmla="*/ 181689 h 1200150"/>
              <a:gd name="connsiteX20" fmla="*/ 164701 w 1724033"/>
              <a:gd name="connsiteY20" fmla="*/ 438638 h 1200150"/>
              <a:gd name="connsiteX21" fmla="*/ 155641 w 1724033"/>
              <a:gd name="connsiteY21" fmla="*/ 399216 h 120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724033" h="1200150" extrusionOk="0">
                <a:moveTo>
                  <a:pt x="155641" y="399216"/>
                </a:moveTo>
                <a:cubicBezTo>
                  <a:pt x="137991" y="328008"/>
                  <a:pt x="175064" y="270393"/>
                  <a:pt x="224403" y="191885"/>
                </a:cubicBezTo>
                <a:cubicBezTo>
                  <a:pt x="330473" y="113164"/>
                  <a:pt x="445563" y="82745"/>
                  <a:pt x="558913" y="144518"/>
                </a:cubicBezTo>
                <a:cubicBezTo>
                  <a:pt x="604534" y="27040"/>
                  <a:pt x="817934" y="7384"/>
                  <a:pt x="896177" y="95345"/>
                </a:cubicBezTo>
                <a:cubicBezTo>
                  <a:pt x="924669" y="38311"/>
                  <a:pt x="971293" y="17569"/>
                  <a:pt x="1027595" y="5556"/>
                </a:cubicBezTo>
                <a:cubicBezTo>
                  <a:pt x="1093704" y="-866"/>
                  <a:pt x="1149158" y="12870"/>
                  <a:pt x="1190580" y="68925"/>
                </a:cubicBezTo>
                <a:cubicBezTo>
                  <a:pt x="1232496" y="-1397"/>
                  <a:pt x="1334527" y="-6210"/>
                  <a:pt x="1415263" y="19169"/>
                </a:cubicBezTo>
                <a:cubicBezTo>
                  <a:pt x="1482857" y="41454"/>
                  <a:pt x="1503738" y="87727"/>
                  <a:pt x="1529201" y="154908"/>
                </a:cubicBezTo>
                <a:cubicBezTo>
                  <a:pt x="1606867" y="181852"/>
                  <a:pt x="1664233" y="236861"/>
                  <a:pt x="1675424" y="286646"/>
                </a:cubicBezTo>
                <a:cubicBezTo>
                  <a:pt x="1685816" y="328447"/>
                  <a:pt x="1687390" y="375366"/>
                  <a:pt x="1668879" y="429498"/>
                </a:cubicBezTo>
                <a:cubicBezTo>
                  <a:pt x="1735315" y="490401"/>
                  <a:pt x="1754624" y="567293"/>
                  <a:pt x="1716689" y="647914"/>
                </a:cubicBezTo>
                <a:cubicBezTo>
                  <a:pt x="1712260" y="764499"/>
                  <a:pt x="1591660" y="855520"/>
                  <a:pt x="1492725" y="839104"/>
                </a:cubicBezTo>
                <a:cubicBezTo>
                  <a:pt x="1484935" y="909807"/>
                  <a:pt x="1472570" y="957520"/>
                  <a:pt x="1412549" y="1002930"/>
                </a:cubicBezTo>
                <a:cubicBezTo>
                  <a:pt x="1344753" y="1071657"/>
                  <a:pt x="1217738" y="1065586"/>
                  <a:pt x="1139577" y="1022766"/>
                </a:cubicBezTo>
                <a:cubicBezTo>
                  <a:pt x="1104530" y="1113472"/>
                  <a:pt x="1031297" y="1156768"/>
                  <a:pt x="944506" y="1197538"/>
                </a:cubicBezTo>
                <a:cubicBezTo>
                  <a:pt x="830373" y="1215686"/>
                  <a:pt x="719907" y="1195930"/>
                  <a:pt x="657686" y="1090858"/>
                </a:cubicBezTo>
                <a:cubicBezTo>
                  <a:pt x="486009" y="1190268"/>
                  <a:pt x="327992" y="1139952"/>
                  <a:pt x="231627" y="985456"/>
                </a:cubicBezTo>
                <a:cubicBezTo>
                  <a:pt x="160248" y="997919"/>
                  <a:pt x="70835" y="957745"/>
                  <a:pt x="44298" y="868164"/>
                </a:cubicBezTo>
                <a:cubicBezTo>
                  <a:pt x="31887" y="819427"/>
                  <a:pt x="54721" y="752257"/>
                  <a:pt x="84325" y="709838"/>
                </a:cubicBezTo>
                <a:cubicBezTo>
                  <a:pt x="18991" y="676128"/>
                  <a:pt x="-7948" y="611345"/>
                  <a:pt x="-200" y="547401"/>
                </a:cubicBezTo>
                <a:cubicBezTo>
                  <a:pt x="2892" y="468945"/>
                  <a:pt x="78914" y="417606"/>
                  <a:pt x="154165" y="403022"/>
                </a:cubicBezTo>
                <a:cubicBezTo>
                  <a:pt x="154874" y="401617"/>
                  <a:pt x="154851" y="400596"/>
                  <a:pt x="155641" y="399216"/>
                </a:cubicBezTo>
                <a:close/>
              </a:path>
              <a:path w="1724033" h="1200150" extrusionOk="0">
                <a:moveTo>
                  <a:pt x="205827" y="1901830"/>
                </a:moveTo>
                <a:cubicBezTo>
                  <a:pt x="206063" y="1919271"/>
                  <a:pt x="195074" y="1936658"/>
                  <a:pt x="172489" y="1935168"/>
                </a:cubicBezTo>
                <a:cubicBezTo>
                  <a:pt x="156049" y="1940115"/>
                  <a:pt x="142514" y="1920569"/>
                  <a:pt x="139151" y="1901830"/>
                </a:cubicBezTo>
                <a:cubicBezTo>
                  <a:pt x="138736" y="1883509"/>
                  <a:pt x="154626" y="1869140"/>
                  <a:pt x="172489" y="1868492"/>
                </a:cubicBezTo>
                <a:cubicBezTo>
                  <a:pt x="191218" y="1866489"/>
                  <a:pt x="211024" y="1882175"/>
                  <a:pt x="205827" y="1901830"/>
                </a:cubicBezTo>
                <a:close/>
              </a:path>
              <a:path w="1724033" h="1200150" extrusionOk="0">
                <a:moveTo>
                  <a:pt x="359195" y="1675224"/>
                </a:moveTo>
                <a:cubicBezTo>
                  <a:pt x="355538" y="1715078"/>
                  <a:pt x="330619" y="1742026"/>
                  <a:pt x="292520" y="1741899"/>
                </a:cubicBezTo>
                <a:cubicBezTo>
                  <a:pt x="251750" y="1734269"/>
                  <a:pt x="221666" y="1716234"/>
                  <a:pt x="225845" y="1675224"/>
                </a:cubicBezTo>
                <a:cubicBezTo>
                  <a:pt x="227539" y="1639497"/>
                  <a:pt x="258952" y="1602745"/>
                  <a:pt x="292520" y="1608549"/>
                </a:cubicBezTo>
                <a:cubicBezTo>
                  <a:pt x="335247" y="1601948"/>
                  <a:pt x="360479" y="1641603"/>
                  <a:pt x="359195" y="1675224"/>
                </a:cubicBezTo>
                <a:close/>
              </a:path>
              <a:path w="1724033" h="1200150" extrusionOk="0">
                <a:moveTo>
                  <a:pt x="543772" y="1389699"/>
                </a:moveTo>
                <a:cubicBezTo>
                  <a:pt x="553955" y="1438663"/>
                  <a:pt x="511496" y="1484490"/>
                  <a:pt x="443759" y="1489712"/>
                </a:cubicBezTo>
                <a:cubicBezTo>
                  <a:pt x="395809" y="1482043"/>
                  <a:pt x="337266" y="1439152"/>
                  <a:pt x="343746" y="1389699"/>
                </a:cubicBezTo>
                <a:cubicBezTo>
                  <a:pt x="348773" y="1319020"/>
                  <a:pt x="393702" y="1288313"/>
                  <a:pt x="443759" y="1289686"/>
                </a:cubicBezTo>
                <a:cubicBezTo>
                  <a:pt x="487974" y="1279715"/>
                  <a:pt x="547410" y="1318727"/>
                  <a:pt x="543772" y="1389699"/>
                </a:cubicBezTo>
                <a:close/>
              </a:path>
              <a:path w="1724033" h="1200150" fill="none" extrusionOk="0">
                <a:moveTo>
                  <a:pt x="187289" y="727229"/>
                </a:moveTo>
                <a:cubicBezTo>
                  <a:pt x="150005" y="732365"/>
                  <a:pt x="126006" y="725392"/>
                  <a:pt x="86201" y="705088"/>
                </a:cubicBezTo>
                <a:moveTo>
                  <a:pt x="276483" y="969537"/>
                </a:moveTo>
                <a:cubicBezTo>
                  <a:pt x="259942" y="971943"/>
                  <a:pt x="246035" y="978446"/>
                  <a:pt x="232265" y="980122"/>
                </a:cubicBezTo>
                <a:moveTo>
                  <a:pt x="657606" y="1085969"/>
                </a:moveTo>
                <a:cubicBezTo>
                  <a:pt x="646918" y="1067797"/>
                  <a:pt x="637724" y="1052478"/>
                  <a:pt x="630948" y="1037629"/>
                </a:cubicBezTo>
                <a:moveTo>
                  <a:pt x="1150432" y="965426"/>
                </a:moveTo>
                <a:cubicBezTo>
                  <a:pt x="1149123" y="981225"/>
                  <a:pt x="1141878" y="1002072"/>
                  <a:pt x="1139777" y="1018460"/>
                </a:cubicBezTo>
                <a:moveTo>
                  <a:pt x="1362025" y="637690"/>
                </a:moveTo>
                <a:cubicBezTo>
                  <a:pt x="1441902" y="666122"/>
                  <a:pt x="1505523" y="755808"/>
                  <a:pt x="1491767" y="835937"/>
                </a:cubicBezTo>
                <a:moveTo>
                  <a:pt x="1668081" y="426553"/>
                </a:moveTo>
                <a:cubicBezTo>
                  <a:pt x="1647934" y="449670"/>
                  <a:pt x="1638581" y="478518"/>
                  <a:pt x="1610294" y="500895"/>
                </a:cubicBezTo>
                <a:moveTo>
                  <a:pt x="1529440" y="150741"/>
                </a:moveTo>
                <a:cubicBezTo>
                  <a:pt x="1530572" y="162703"/>
                  <a:pt x="1533691" y="175130"/>
                  <a:pt x="1532473" y="185856"/>
                </a:cubicBezTo>
                <a:moveTo>
                  <a:pt x="1160449" y="109791"/>
                </a:moveTo>
                <a:cubicBezTo>
                  <a:pt x="1166938" y="92446"/>
                  <a:pt x="1177916" y="73727"/>
                  <a:pt x="1190061" y="65008"/>
                </a:cubicBezTo>
                <a:moveTo>
                  <a:pt x="883606" y="131127"/>
                </a:moveTo>
                <a:cubicBezTo>
                  <a:pt x="884771" y="121016"/>
                  <a:pt x="893560" y="107731"/>
                  <a:pt x="897933" y="92511"/>
                </a:cubicBezTo>
                <a:moveTo>
                  <a:pt x="558714" y="144240"/>
                </a:moveTo>
                <a:cubicBezTo>
                  <a:pt x="578754" y="151824"/>
                  <a:pt x="594664" y="165924"/>
                  <a:pt x="610595" y="181689"/>
                </a:cubicBezTo>
                <a:moveTo>
                  <a:pt x="164701" y="438638"/>
                </a:moveTo>
                <a:cubicBezTo>
                  <a:pt x="159614" y="425931"/>
                  <a:pt x="157117" y="414294"/>
                  <a:pt x="155641" y="399216"/>
                </a:cubicBezTo>
              </a:path>
            </a:pathLst>
          </a:custGeom>
          <a:noFill/>
          <a:ln w="19050" cap="flat" cmpd="sng" algn="ctr">
            <a:solidFill>
              <a:srgbClr val="FF82AF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5330650">
                  <a:prstGeom prst="cloudCallout">
                    <a:avLst>
                      <a:gd name="adj1" fmla="val -39995"/>
                      <a:gd name="adj2" fmla="val 10846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2170"/>
                </a:solidFill>
              </a:rPr>
              <a:t>Hey, I Want To Know Count of G &amp; C from </a:t>
            </a:r>
            <a:r>
              <a:rPr lang="en-US" sz="1200" b="1" dirty="0" err="1">
                <a:solidFill>
                  <a:srgbClr val="FF2170"/>
                </a:solidFill>
              </a:rPr>
              <a:t>Genome.fasta</a:t>
            </a:r>
            <a:endParaRPr lang="en-US" sz="1200" b="1" dirty="0">
              <a:solidFill>
                <a:srgbClr val="FF2170"/>
              </a:solidFill>
            </a:endParaRPr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F2E40BA7-B5D7-72F9-4C39-C561CB46F8D1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829415" y="1028700"/>
            <a:ext cx="2447435" cy="958139"/>
          </a:xfrm>
          <a:prstGeom prst="curvedConnector3">
            <a:avLst>
              <a:gd name="adj1" fmla="val 50000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hought Bubble: Cloud 62">
            <a:extLst>
              <a:ext uri="{FF2B5EF4-FFF2-40B4-BE49-F238E27FC236}">
                <a16:creationId xmlns:a16="http://schemas.microsoft.com/office/drawing/2014/main" id="{13203241-D720-617B-F5EC-FEE528660212}"/>
              </a:ext>
            </a:extLst>
          </p:cNvPr>
          <p:cNvSpPr/>
          <p:nvPr/>
        </p:nvSpPr>
        <p:spPr>
          <a:xfrm>
            <a:off x="7866420" y="416718"/>
            <a:ext cx="3296880" cy="1495014"/>
          </a:xfrm>
          <a:custGeom>
            <a:avLst/>
            <a:gdLst>
              <a:gd name="connsiteX0" fmla="*/ 297635 w 3296880"/>
              <a:gd name="connsiteY0" fmla="*/ 497299 h 1495014"/>
              <a:gd name="connsiteX1" fmla="*/ 429128 w 3296880"/>
              <a:gd name="connsiteY1" fmla="*/ 239029 h 1495014"/>
              <a:gd name="connsiteX2" fmla="*/ 1068814 w 3296880"/>
              <a:gd name="connsiteY2" fmla="*/ 180024 h 1495014"/>
              <a:gd name="connsiteX3" fmla="*/ 1713767 w 3296880"/>
              <a:gd name="connsiteY3" fmla="*/ 118770 h 1495014"/>
              <a:gd name="connsiteX4" fmla="*/ 1965077 w 3296880"/>
              <a:gd name="connsiteY4" fmla="*/ 6921 h 1495014"/>
              <a:gd name="connsiteX5" fmla="*/ 2276755 w 3296880"/>
              <a:gd name="connsiteY5" fmla="*/ 85859 h 1495014"/>
              <a:gd name="connsiteX6" fmla="*/ 2706417 w 3296880"/>
              <a:gd name="connsiteY6" fmla="*/ 23878 h 1495014"/>
              <a:gd name="connsiteX7" fmla="*/ 2924302 w 3296880"/>
              <a:gd name="connsiteY7" fmla="*/ 192967 h 1495014"/>
              <a:gd name="connsiteX8" fmla="*/ 3203926 w 3296880"/>
              <a:gd name="connsiteY8" fmla="*/ 357073 h 1495014"/>
              <a:gd name="connsiteX9" fmla="*/ 3191410 w 3296880"/>
              <a:gd name="connsiteY9" fmla="*/ 535021 h 1495014"/>
              <a:gd name="connsiteX10" fmla="*/ 3282837 w 3296880"/>
              <a:gd name="connsiteY10" fmla="*/ 807099 h 1495014"/>
              <a:gd name="connsiteX11" fmla="*/ 2854548 w 3296880"/>
              <a:gd name="connsiteY11" fmla="*/ 1045263 h 1495014"/>
              <a:gd name="connsiteX12" fmla="*/ 2701228 w 3296880"/>
              <a:gd name="connsiteY12" fmla="*/ 1249340 h 1495014"/>
              <a:gd name="connsiteX13" fmla="*/ 2179222 w 3296880"/>
              <a:gd name="connsiteY13" fmla="*/ 1274049 h 1495014"/>
              <a:gd name="connsiteX14" fmla="*/ 1806186 w 3296880"/>
              <a:gd name="connsiteY14" fmla="*/ 1491760 h 1495014"/>
              <a:gd name="connsiteX15" fmla="*/ 1257698 w 3296880"/>
              <a:gd name="connsiteY15" fmla="*/ 1358870 h 1495014"/>
              <a:gd name="connsiteX16" fmla="*/ 442941 w 3296880"/>
              <a:gd name="connsiteY16" fmla="*/ 1227572 h 1495014"/>
              <a:gd name="connsiteX17" fmla="*/ 84711 w 3296880"/>
              <a:gd name="connsiteY17" fmla="*/ 1081462 h 1495014"/>
              <a:gd name="connsiteX18" fmla="*/ 161257 w 3296880"/>
              <a:gd name="connsiteY18" fmla="*/ 884238 h 1495014"/>
              <a:gd name="connsiteX19" fmla="*/ -382 w 3296880"/>
              <a:gd name="connsiteY19" fmla="*/ 681892 h 1495014"/>
              <a:gd name="connsiteX20" fmla="*/ 294811 w 3296880"/>
              <a:gd name="connsiteY20" fmla="*/ 502040 h 1495014"/>
              <a:gd name="connsiteX21" fmla="*/ 297635 w 3296880"/>
              <a:gd name="connsiteY21" fmla="*/ 497299 h 1495014"/>
              <a:gd name="connsiteX0" fmla="*/ -551449 w 3296880"/>
              <a:gd name="connsiteY0" fmla="*/ 766882 h 1495014"/>
              <a:gd name="connsiteX1" fmla="*/ -592977 w 3296880"/>
              <a:gd name="connsiteY1" fmla="*/ 808410 h 1495014"/>
              <a:gd name="connsiteX2" fmla="*/ -634505 w 3296880"/>
              <a:gd name="connsiteY2" fmla="*/ 766882 h 1495014"/>
              <a:gd name="connsiteX3" fmla="*/ -592977 w 3296880"/>
              <a:gd name="connsiteY3" fmla="*/ 725354 h 1495014"/>
              <a:gd name="connsiteX4" fmla="*/ -551449 w 3296880"/>
              <a:gd name="connsiteY4" fmla="*/ 766882 h 1495014"/>
              <a:gd name="connsiteX0" fmla="*/ -339846 w 3296880"/>
              <a:gd name="connsiteY0" fmla="*/ 765412 h 1495014"/>
              <a:gd name="connsiteX1" fmla="*/ -422902 w 3296880"/>
              <a:gd name="connsiteY1" fmla="*/ 848468 h 1495014"/>
              <a:gd name="connsiteX2" fmla="*/ -505958 w 3296880"/>
              <a:gd name="connsiteY2" fmla="*/ 765412 h 1495014"/>
              <a:gd name="connsiteX3" fmla="*/ -422902 w 3296880"/>
              <a:gd name="connsiteY3" fmla="*/ 682356 h 1495014"/>
              <a:gd name="connsiteX4" fmla="*/ -339846 w 3296880"/>
              <a:gd name="connsiteY4" fmla="*/ 765412 h 1495014"/>
              <a:gd name="connsiteX0" fmla="*/ -45190 w 3296880"/>
              <a:gd name="connsiteY0" fmla="*/ 763224 h 1495014"/>
              <a:gd name="connsiteX1" fmla="*/ -169775 w 3296880"/>
              <a:gd name="connsiteY1" fmla="*/ 887809 h 1495014"/>
              <a:gd name="connsiteX2" fmla="*/ -294360 w 3296880"/>
              <a:gd name="connsiteY2" fmla="*/ 763224 h 1495014"/>
              <a:gd name="connsiteX3" fmla="*/ -169775 w 3296880"/>
              <a:gd name="connsiteY3" fmla="*/ 638639 h 1495014"/>
              <a:gd name="connsiteX4" fmla="*/ -45190 w 3296880"/>
              <a:gd name="connsiteY4" fmla="*/ 763224 h 1495014"/>
              <a:gd name="connsiteX0" fmla="*/ 358154 w 3296880"/>
              <a:gd name="connsiteY0" fmla="*/ 905902 h 1495014"/>
              <a:gd name="connsiteX1" fmla="*/ 164844 w 3296880"/>
              <a:gd name="connsiteY1" fmla="*/ 878320 h 1495014"/>
              <a:gd name="connsiteX2" fmla="*/ 528721 w 3296880"/>
              <a:gd name="connsiteY2" fmla="*/ 1207742 h 1495014"/>
              <a:gd name="connsiteX3" fmla="*/ 444163 w 3296880"/>
              <a:gd name="connsiteY3" fmla="*/ 1220928 h 1495014"/>
              <a:gd name="connsiteX4" fmla="*/ 1257546 w 3296880"/>
              <a:gd name="connsiteY4" fmla="*/ 1352780 h 1495014"/>
              <a:gd name="connsiteX5" fmla="*/ 1206566 w 3296880"/>
              <a:gd name="connsiteY5" fmla="*/ 1292564 h 1495014"/>
              <a:gd name="connsiteX6" fmla="*/ 2199980 w 3296880"/>
              <a:gd name="connsiteY6" fmla="*/ 1202621 h 1495014"/>
              <a:gd name="connsiteX7" fmla="*/ 2179604 w 3296880"/>
              <a:gd name="connsiteY7" fmla="*/ 1268685 h 1495014"/>
              <a:gd name="connsiteX8" fmla="*/ 2604611 w 3296880"/>
              <a:gd name="connsiteY8" fmla="*/ 794364 h 1495014"/>
              <a:gd name="connsiteX9" fmla="*/ 2852717 w 3296880"/>
              <a:gd name="connsiteY9" fmla="*/ 1041318 h 1495014"/>
              <a:gd name="connsiteX10" fmla="*/ 3189884 w 3296880"/>
              <a:gd name="connsiteY10" fmla="*/ 531352 h 1495014"/>
              <a:gd name="connsiteX11" fmla="*/ 3079377 w 3296880"/>
              <a:gd name="connsiteY11" fmla="*/ 623960 h 1495014"/>
              <a:gd name="connsiteX12" fmla="*/ 2924759 w 3296880"/>
              <a:gd name="connsiteY12" fmla="*/ 187776 h 1495014"/>
              <a:gd name="connsiteX13" fmla="*/ 2930560 w 3296880"/>
              <a:gd name="connsiteY13" fmla="*/ 231519 h 1495014"/>
              <a:gd name="connsiteX14" fmla="*/ 2219136 w 3296880"/>
              <a:gd name="connsiteY14" fmla="*/ 136766 h 1495014"/>
              <a:gd name="connsiteX15" fmla="*/ 2275763 w 3296880"/>
              <a:gd name="connsiteY15" fmla="*/ 80979 h 1495014"/>
              <a:gd name="connsiteX16" fmla="*/ 1689727 w 3296880"/>
              <a:gd name="connsiteY16" fmla="*/ 163344 h 1495014"/>
              <a:gd name="connsiteX17" fmla="*/ 1717125 w 3296880"/>
              <a:gd name="connsiteY17" fmla="*/ 115240 h 1495014"/>
              <a:gd name="connsiteX18" fmla="*/ 1068433 w 3296880"/>
              <a:gd name="connsiteY18" fmla="*/ 179678 h 1495014"/>
              <a:gd name="connsiteX19" fmla="*/ 1167645 w 3296880"/>
              <a:gd name="connsiteY19" fmla="*/ 226328 h 1495014"/>
              <a:gd name="connsiteX20" fmla="*/ 314958 w 3296880"/>
              <a:gd name="connsiteY20" fmla="*/ 546406 h 1495014"/>
              <a:gd name="connsiteX21" fmla="*/ 297635 w 3296880"/>
              <a:gd name="connsiteY21" fmla="*/ 497299 h 1495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296880" h="1495014" extrusionOk="0">
                <a:moveTo>
                  <a:pt x="297635" y="497299"/>
                </a:moveTo>
                <a:cubicBezTo>
                  <a:pt x="259199" y="414221"/>
                  <a:pt x="326900" y="316440"/>
                  <a:pt x="429128" y="239029"/>
                </a:cubicBezTo>
                <a:cubicBezTo>
                  <a:pt x="644627" y="153454"/>
                  <a:pt x="814968" y="92334"/>
                  <a:pt x="1068814" y="180024"/>
                </a:cubicBezTo>
                <a:cubicBezTo>
                  <a:pt x="1135654" y="36597"/>
                  <a:pt x="1545670" y="8321"/>
                  <a:pt x="1713767" y="118770"/>
                </a:cubicBezTo>
                <a:cubicBezTo>
                  <a:pt x="1769923" y="37243"/>
                  <a:pt x="1859211" y="44210"/>
                  <a:pt x="1965077" y="6921"/>
                </a:cubicBezTo>
                <a:cubicBezTo>
                  <a:pt x="2097813" y="3597"/>
                  <a:pt x="2198438" y="12745"/>
                  <a:pt x="2276755" y="85859"/>
                </a:cubicBezTo>
                <a:cubicBezTo>
                  <a:pt x="2366272" y="-1382"/>
                  <a:pt x="2543513" y="19598"/>
                  <a:pt x="2706417" y="23878"/>
                </a:cubicBezTo>
                <a:cubicBezTo>
                  <a:pt x="2836698" y="50008"/>
                  <a:pt x="2884568" y="109111"/>
                  <a:pt x="2924302" y="192967"/>
                </a:cubicBezTo>
                <a:cubicBezTo>
                  <a:pt x="3065465" y="224904"/>
                  <a:pt x="3170392" y="288885"/>
                  <a:pt x="3203926" y="357073"/>
                </a:cubicBezTo>
                <a:cubicBezTo>
                  <a:pt x="3224988" y="406834"/>
                  <a:pt x="3227874" y="466497"/>
                  <a:pt x="3191410" y="535021"/>
                </a:cubicBezTo>
                <a:cubicBezTo>
                  <a:pt x="3312885" y="610514"/>
                  <a:pt x="3350757" y="704749"/>
                  <a:pt x="3282837" y="807099"/>
                </a:cubicBezTo>
                <a:cubicBezTo>
                  <a:pt x="3254077" y="948519"/>
                  <a:pt x="3055720" y="1048313"/>
                  <a:pt x="2854548" y="1045263"/>
                </a:cubicBezTo>
                <a:cubicBezTo>
                  <a:pt x="2846192" y="1131540"/>
                  <a:pt x="2822677" y="1186933"/>
                  <a:pt x="2701228" y="1249340"/>
                </a:cubicBezTo>
                <a:cubicBezTo>
                  <a:pt x="2568123" y="1336657"/>
                  <a:pt x="2331091" y="1324635"/>
                  <a:pt x="2179222" y="1274049"/>
                </a:cubicBezTo>
                <a:cubicBezTo>
                  <a:pt x="2118661" y="1386244"/>
                  <a:pt x="1972017" y="1427487"/>
                  <a:pt x="1806186" y="1491760"/>
                </a:cubicBezTo>
                <a:cubicBezTo>
                  <a:pt x="1584763" y="1504977"/>
                  <a:pt x="1377474" y="1473823"/>
                  <a:pt x="1257698" y="1358870"/>
                </a:cubicBezTo>
                <a:cubicBezTo>
                  <a:pt x="943337" y="1483868"/>
                  <a:pt x="614312" y="1413213"/>
                  <a:pt x="442941" y="1227572"/>
                </a:cubicBezTo>
                <a:cubicBezTo>
                  <a:pt x="310201" y="1246062"/>
                  <a:pt x="136526" y="1206181"/>
                  <a:pt x="84711" y="1081462"/>
                </a:cubicBezTo>
                <a:cubicBezTo>
                  <a:pt x="61648" y="1026410"/>
                  <a:pt x="88729" y="937064"/>
                  <a:pt x="161257" y="884238"/>
                </a:cubicBezTo>
                <a:cubicBezTo>
                  <a:pt x="45360" y="842664"/>
                  <a:pt x="-12744" y="754262"/>
                  <a:pt x="-382" y="681892"/>
                </a:cubicBezTo>
                <a:cubicBezTo>
                  <a:pt x="-18476" y="575948"/>
                  <a:pt x="162887" y="539844"/>
                  <a:pt x="294811" y="502040"/>
                </a:cubicBezTo>
                <a:cubicBezTo>
                  <a:pt x="296126" y="500227"/>
                  <a:pt x="296197" y="499062"/>
                  <a:pt x="297635" y="497299"/>
                </a:cubicBezTo>
                <a:close/>
              </a:path>
              <a:path w="3296880" h="1495014" extrusionOk="0">
                <a:moveTo>
                  <a:pt x="-551449" y="766882"/>
                </a:moveTo>
                <a:cubicBezTo>
                  <a:pt x="-551199" y="788788"/>
                  <a:pt x="-564608" y="810351"/>
                  <a:pt x="-592977" y="808410"/>
                </a:cubicBezTo>
                <a:cubicBezTo>
                  <a:pt x="-613879" y="813511"/>
                  <a:pt x="-630262" y="790230"/>
                  <a:pt x="-634505" y="766882"/>
                </a:cubicBezTo>
                <a:cubicBezTo>
                  <a:pt x="-640440" y="745247"/>
                  <a:pt x="-615297" y="726080"/>
                  <a:pt x="-592977" y="725354"/>
                </a:cubicBezTo>
                <a:cubicBezTo>
                  <a:pt x="-569414" y="721384"/>
                  <a:pt x="-550532" y="743728"/>
                  <a:pt x="-551449" y="766882"/>
                </a:cubicBezTo>
                <a:close/>
              </a:path>
              <a:path w="3296880" h="1495014" extrusionOk="0">
                <a:moveTo>
                  <a:pt x="-339846" y="765412"/>
                </a:moveTo>
                <a:cubicBezTo>
                  <a:pt x="-350202" y="819865"/>
                  <a:pt x="-372971" y="848873"/>
                  <a:pt x="-422902" y="848468"/>
                </a:cubicBezTo>
                <a:cubicBezTo>
                  <a:pt x="-474569" y="837261"/>
                  <a:pt x="-510865" y="816198"/>
                  <a:pt x="-505958" y="765412"/>
                </a:cubicBezTo>
                <a:cubicBezTo>
                  <a:pt x="-497920" y="724749"/>
                  <a:pt x="-462860" y="671815"/>
                  <a:pt x="-422902" y="682356"/>
                </a:cubicBezTo>
                <a:cubicBezTo>
                  <a:pt x="-370800" y="675388"/>
                  <a:pt x="-337519" y="725346"/>
                  <a:pt x="-339846" y="765412"/>
                </a:cubicBezTo>
                <a:close/>
              </a:path>
              <a:path w="3296880" h="1495014" extrusionOk="0">
                <a:moveTo>
                  <a:pt x="-45190" y="763224"/>
                </a:moveTo>
                <a:cubicBezTo>
                  <a:pt x="-27799" y="821319"/>
                  <a:pt x="-84034" y="880735"/>
                  <a:pt x="-169775" y="887809"/>
                </a:cubicBezTo>
                <a:cubicBezTo>
                  <a:pt x="-237469" y="886639"/>
                  <a:pt x="-303874" y="823539"/>
                  <a:pt x="-294360" y="763224"/>
                </a:cubicBezTo>
                <a:cubicBezTo>
                  <a:pt x="-293292" y="691137"/>
                  <a:pt x="-223723" y="634699"/>
                  <a:pt x="-169775" y="638639"/>
                </a:cubicBezTo>
                <a:cubicBezTo>
                  <a:pt x="-112489" y="628217"/>
                  <a:pt x="-41045" y="676488"/>
                  <a:pt x="-45190" y="763224"/>
                </a:cubicBezTo>
                <a:close/>
              </a:path>
              <a:path w="3296880" h="1495014" fill="none" extrusionOk="0">
                <a:moveTo>
                  <a:pt x="358154" y="905902"/>
                </a:moveTo>
                <a:cubicBezTo>
                  <a:pt x="282993" y="918846"/>
                  <a:pt x="228780" y="901495"/>
                  <a:pt x="164844" y="878320"/>
                </a:cubicBezTo>
                <a:moveTo>
                  <a:pt x="528721" y="1207742"/>
                </a:moveTo>
                <a:cubicBezTo>
                  <a:pt x="500939" y="1213563"/>
                  <a:pt x="464816" y="1218795"/>
                  <a:pt x="444163" y="1220928"/>
                </a:cubicBezTo>
                <a:moveTo>
                  <a:pt x="1257546" y="1352780"/>
                </a:moveTo>
                <a:cubicBezTo>
                  <a:pt x="1237145" y="1331643"/>
                  <a:pt x="1219087" y="1306399"/>
                  <a:pt x="1206566" y="1292564"/>
                </a:cubicBezTo>
                <a:moveTo>
                  <a:pt x="2199980" y="1202621"/>
                </a:moveTo>
                <a:cubicBezTo>
                  <a:pt x="2197337" y="1222079"/>
                  <a:pt x="2184861" y="1248541"/>
                  <a:pt x="2179604" y="1268685"/>
                </a:cubicBezTo>
                <a:moveTo>
                  <a:pt x="2604611" y="794364"/>
                </a:moveTo>
                <a:cubicBezTo>
                  <a:pt x="2757250" y="814845"/>
                  <a:pt x="2871007" y="941714"/>
                  <a:pt x="2852717" y="1041318"/>
                </a:cubicBezTo>
                <a:moveTo>
                  <a:pt x="3189884" y="531352"/>
                </a:moveTo>
                <a:cubicBezTo>
                  <a:pt x="3163261" y="565658"/>
                  <a:pt x="3132004" y="595627"/>
                  <a:pt x="3079377" y="623960"/>
                </a:cubicBezTo>
                <a:moveTo>
                  <a:pt x="2924759" y="187776"/>
                </a:moveTo>
                <a:cubicBezTo>
                  <a:pt x="2925306" y="203504"/>
                  <a:pt x="2931814" y="217749"/>
                  <a:pt x="2930560" y="231519"/>
                </a:cubicBezTo>
                <a:moveTo>
                  <a:pt x="2219136" y="136766"/>
                </a:moveTo>
                <a:cubicBezTo>
                  <a:pt x="2228513" y="111090"/>
                  <a:pt x="2252557" y="95848"/>
                  <a:pt x="2275763" y="80979"/>
                </a:cubicBezTo>
                <a:moveTo>
                  <a:pt x="1689727" y="163344"/>
                </a:moveTo>
                <a:cubicBezTo>
                  <a:pt x="1693231" y="150741"/>
                  <a:pt x="1706129" y="132370"/>
                  <a:pt x="1717125" y="115240"/>
                </a:cubicBezTo>
                <a:moveTo>
                  <a:pt x="1068433" y="179678"/>
                </a:moveTo>
                <a:cubicBezTo>
                  <a:pt x="1105615" y="189928"/>
                  <a:pt x="1137374" y="206704"/>
                  <a:pt x="1167645" y="226328"/>
                </a:cubicBezTo>
                <a:moveTo>
                  <a:pt x="314958" y="546406"/>
                </a:moveTo>
                <a:cubicBezTo>
                  <a:pt x="304748" y="530793"/>
                  <a:pt x="301179" y="514407"/>
                  <a:pt x="297635" y="497299"/>
                </a:cubicBezTo>
              </a:path>
            </a:pathLst>
          </a:custGeom>
          <a:noFill/>
          <a:ln w="19050" cap="flat" cmpd="sng" algn="ctr">
            <a:solidFill>
              <a:srgbClr val="FFC627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5330650">
                  <a:prstGeom prst="cloudCallout">
                    <a:avLst>
                      <a:gd name="adj1" fmla="val -67986"/>
                      <a:gd name="adj2" fmla="val 129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Hey, MapReduce we have a new job </a:t>
            </a:r>
          </a:p>
        </p:txBody>
      </p:sp>
    </p:spTree>
    <p:extLst>
      <p:ext uri="{BB962C8B-B14F-4D97-AF65-F5344CB8AC3E}">
        <p14:creationId xmlns:p14="http://schemas.microsoft.com/office/powerpoint/2010/main" val="387181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 L 0.24088 -0.00255 " pathEditMode="relative" rAng="0" ptsTypes="AA">
                                      <p:cBhvr>
                                        <p:cTn id="6" dur="2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5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7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6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8AD36C9-3523-175A-792A-E73090EC2491}"/>
              </a:ext>
            </a:extLst>
          </p:cNvPr>
          <p:cNvGrpSpPr/>
          <p:nvPr/>
        </p:nvGrpSpPr>
        <p:grpSpPr>
          <a:xfrm>
            <a:off x="7816824" y="738284"/>
            <a:ext cx="1088464" cy="946795"/>
            <a:chOff x="9561157" y="5195706"/>
            <a:chExt cx="1088464" cy="94679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AEC518-343A-2D43-4EE7-1ADF734EB25A}"/>
                </a:ext>
              </a:extLst>
            </p:cNvPr>
            <p:cNvSpPr txBox="1"/>
            <p:nvPr/>
          </p:nvSpPr>
          <p:spPr>
            <a:xfrm>
              <a:off x="9561157" y="5834724"/>
              <a:ext cx="1088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2060"/>
                  </a:solidFill>
                </a:rPr>
                <a:t>Reducer</a:t>
              </a:r>
              <a:endParaRPr 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15" name="Picture 14" descr="A picture containing circle, graphics, gear, design&#10;&#10;Description automatically generated">
              <a:extLst>
                <a:ext uri="{FF2B5EF4-FFF2-40B4-BE49-F238E27FC236}">
                  <a16:creationId xmlns:a16="http://schemas.microsoft.com/office/drawing/2014/main" id="{4D76260E-6706-EA79-AAEC-A041E5ECA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389" y="5195706"/>
              <a:ext cx="720000" cy="720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1E8B27-B9BB-A2BF-7747-513385013465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2314575" y="1847850"/>
            <a:ext cx="37814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EFE66D-13F0-BF5F-6AA7-5509B87BA4A8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6096000" y="1847850"/>
            <a:ext cx="476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4C07D8C-1ECF-DC10-D4EC-9D6CD55943C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6000" y="1847850"/>
            <a:ext cx="387667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DD5EEE-81C8-CE0E-A67C-D2C049789FD9}"/>
              </a:ext>
            </a:extLst>
          </p:cNvPr>
          <p:cNvSpPr txBox="1"/>
          <p:nvPr/>
        </p:nvSpPr>
        <p:spPr>
          <a:xfrm rot="19802440">
            <a:off x="2546465" y="2934482"/>
            <a:ext cx="1987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9CD5CB-8621-C076-285E-AA89010DEBBB}"/>
              </a:ext>
            </a:extLst>
          </p:cNvPr>
          <p:cNvSpPr txBox="1"/>
          <p:nvPr/>
        </p:nvSpPr>
        <p:spPr>
          <a:xfrm rot="16200000">
            <a:off x="5029160" y="2803644"/>
            <a:ext cx="190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87ECB0-7AE4-F409-2FB6-DD3F2D23EFB8}"/>
              </a:ext>
            </a:extLst>
          </p:cNvPr>
          <p:cNvSpPr txBox="1"/>
          <p:nvPr/>
        </p:nvSpPr>
        <p:spPr>
          <a:xfrm rot="1830378">
            <a:off x="7060781" y="2675839"/>
            <a:ext cx="2280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Reduce Function To Slave #5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940795-45BD-92F0-090F-8AECC45FA159}"/>
              </a:ext>
            </a:extLst>
          </p:cNvPr>
          <p:cNvGrpSpPr/>
          <p:nvPr/>
        </p:nvGrpSpPr>
        <p:grpSpPr>
          <a:xfrm>
            <a:off x="6963495" y="805525"/>
            <a:ext cx="901674" cy="901674"/>
            <a:chOff x="3071514" y="1137940"/>
            <a:chExt cx="1610325" cy="1610325"/>
          </a:xfrm>
        </p:grpSpPr>
        <p:pic>
          <p:nvPicPr>
            <p:cNvPr id="50" name="Picture 49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9EA49428-E74D-7F54-8A2D-9EE20D95C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85853D-3AA1-70C1-DF69-A7F4D7CF69E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75F95E-EBA7-5339-F705-ACAE6E64D749}"/>
              </a:ext>
            </a:extLst>
          </p:cNvPr>
          <p:cNvGrpSpPr/>
          <p:nvPr/>
        </p:nvGrpSpPr>
        <p:grpSpPr>
          <a:xfrm>
            <a:off x="6963495" y="819486"/>
            <a:ext cx="901674" cy="901674"/>
            <a:chOff x="3071514" y="1137940"/>
            <a:chExt cx="1610325" cy="1610325"/>
          </a:xfrm>
        </p:grpSpPr>
        <p:pic>
          <p:nvPicPr>
            <p:cNvPr id="5" name="Picture 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30ED3A07-EFFC-0676-53C6-32B04395D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A1D4DB-A4C3-8834-FEE7-EE1F8F909CA3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F2E40BA7-B5D7-72F9-4C39-C561CB46F8D1}"/>
              </a:ext>
            </a:extLst>
          </p:cNvPr>
          <p:cNvCxnSpPr>
            <a:cxnSpLocks/>
            <a:stCxn id="7" idx="1"/>
            <a:endCxn id="11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7111A675-FDF6-10F8-4A0A-D9ADB3932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5A7F6B5-93FF-69C9-1C4E-786CB05528B7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CAC8393D-5E38-456C-44E6-891386698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DCFE98-9078-507B-BCE9-BE1149C28B50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67054E12-8A3E-17F6-0A07-9A5A4166FF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1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81481E-6 L -0.35729 0.485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65" y="242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85185E-6 L -0.04583 0.4851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2425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7 L 0.10299 -3.7037E-7 C 0.14922 -3.7037E-7 0.20612 0.13403 0.20612 0.24306 L 0.20612 0.48611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99" y="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8" grpId="0"/>
      <p:bldP spid="6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AD36C9-3523-175A-792A-E73090EC2491}"/>
              </a:ext>
            </a:extLst>
          </p:cNvPr>
          <p:cNvGrpSpPr/>
          <p:nvPr/>
        </p:nvGrpSpPr>
        <p:grpSpPr>
          <a:xfrm>
            <a:off x="7816824" y="738284"/>
            <a:ext cx="1088464" cy="946795"/>
            <a:chOff x="9561157" y="5195706"/>
            <a:chExt cx="1088464" cy="94679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AEC518-343A-2D43-4EE7-1ADF734EB25A}"/>
                </a:ext>
              </a:extLst>
            </p:cNvPr>
            <p:cNvSpPr txBox="1"/>
            <p:nvPr/>
          </p:nvSpPr>
          <p:spPr>
            <a:xfrm>
              <a:off x="9561157" y="5834724"/>
              <a:ext cx="1088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2060"/>
                  </a:solidFill>
                </a:rPr>
                <a:t>Reducer</a:t>
              </a:r>
              <a:endParaRPr 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15" name="Picture 14" descr="A picture containing circle, graphics, gear, design&#10;&#10;Description automatically generated">
              <a:extLst>
                <a:ext uri="{FF2B5EF4-FFF2-40B4-BE49-F238E27FC236}">
                  <a16:creationId xmlns:a16="http://schemas.microsoft.com/office/drawing/2014/main" id="{4D76260E-6706-EA79-AAEC-A041E5ECA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389" y="5195706"/>
              <a:ext cx="720000" cy="720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1E8B27-B9BB-A2BF-7747-513385013465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2314575" y="1847850"/>
            <a:ext cx="37814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478809-4838-350C-8994-EF62DC977A98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4229100" y="1847850"/>
            <a:ext cx="1866900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EFE66D-13F0-BF5F-6AA7-5509B87BA4A8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6096000" y="1847850"/>
            <a:ext cx="47625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75F95E-EBA7-5339-F705-ACAE6E64D749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" name="Picture 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30ED3A07-EFFC-0676-53C6-32B04395D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3A1D4DB-A4C3-8834-FEE7-EE1F8F909CA3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5CEAF2A-967F-E987-3A16-208CBCC7546A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46" name="Picture 45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7F0A421A-3B2A-1399-B9C0-DEBE15969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97C1ABD-4EA8-14A6-7DCC-FB904A12A9BB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940795-45BD-92F0-090F-8AECC45FA159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0" name="Picture 49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9EA49428-E74D-7F54-8A2D-9EE20D95C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A85853D-3AA1-70C1-DF69-A7F4D7CF69E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0B3944-8AF6-87B6-19A1-0EA15FFED3D6}"/>
              </a:ext>
            </a:extLst>
          </p:cNvPr>
          <p:cNvGrpSpPr/>
          <p:nvPr/>
        </p:nvGrpSpPr>
        <p:grpSpPr>
          <a:xfrm>
            <a:off x="6915150" y="741594"/>
            <a:ext cx="901674" cy="901674"/>
            <a:chOff x="3071514" y="1137940"/>
            <a:chExt cx="1610325" cy="1610325"/>
          </a:xfrm>
        </p:grpSpPr>
        <p:pic>
          <p:nvPicPr>
            <p:cNvPr id="55" name="Picture 54" descr="A picture containing circle, colorfulness, graphics, art&#10;&#10;Description automatically generated">
              <a:extLst>
                <a:ext uri="{FF2B5EF4-FFF2-40B4-BE49-F238E27FC236}">
                  <a16:creationId xmlns:a16="http://schemas.microsoft.com/office/drawing/2014/main" id="{18011EAF-D201-15F6-00C3-E16646E9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1514" y="1137940"/>
              <a:ext cx="1610325" cy="1610325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0534F90-A19B-C7EA-EB3F-19CAE6B7033D}"/>
                </a:ext>
              </a:extLst>
            </p:cNvPr>
            <p:cNvSpPr/>
            <p:nvPr/>
          </p:nvSpPr>
          <p:spPr>
            <a:xfrm>
              <a:off x="3288163" y="1734742"/>
              <a:ext cx="1151111" cy="42743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Map</a:t>
              </a:r>
              <a:endParaRPr lang="en-US" sz="1000" b="1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920458-5387-2F4E-8FE4-53782696FC01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6096000" y="1847850"/>
            <a:ext cx="1962150" cy="212883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0DD5EEE-81C8-CE0E-A67C-D2C049789FD9}"/>
              </a:ext>
            </a:extLst>
          </p:cNvPr>
          <p:cNvSpPr txBox="1"/>
          <p:nvPr/>
        </p:nvSpPr>
        <p:spPr>
          <a:xfrm rot="19802440">
            <a:off x="2546465" y="2934482"/>
            <a:ext cx="1987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10E9F4-7D10-093A-9854-12F70D3E721F}"/>
              </a:ext>
            </a:extLst>
          </p:cNvPr>
          <p:cNvSpPr txBox="1"/>
          <p:nvPr/>
        </p:nvSpPr>
        <p:spPr>
          <a:xfrm rot="18802926">
            <a:off x="3730694" y="3019744"/>
            <a:ext cx="1987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9CD5CB-8621-C076-285E-AA89010DEBBB}"/>
              </a:ext>
            </a:extLst>
          </p:cNvPr>
          <p:cNvSpPr txBox="1"/>
          <p:nvPr/>
        </p:nvSpPr>
        <p:spPr>
          <a:xfrm rot="16200000">
            <a:off x="5029160" y="2803644"/>
            <a:ext cx="190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DCD1BE-223E-620D-DE3B-C2994BE51B23}"/>
              </a:ext>
            </a:extLst>
          </p:cNvPr>
          <p:cNvSpPr txBox="1"/>
          <p:nvPr/>
        </p:nvSpPr>
        <p:spPr>
          <a:xfrm rot="2881577">
            <a:off x="6423294" y="2883437"/>
            <a:ext cx="190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Map Function To Slave #4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8B983-3041-BB56-93F4-5D656FC76513}"/>
              </a:ext>
            </a:extLst>
          </p:cNvPr>
          <p:cNvCxnSpPr>
            <a:cxnSpLocks/>
            <a:stCxn id="35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172C7987-DE45-CF94-0C1D-8D4AD224F6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993ED-4516-B472-11CE-5902067006F0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52898646-DB39-1AD3-D7E3-4FA307D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E00ED3-C597-F4A2-E8DB-3CD16E191427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7D4B6F4-2970-CA81-680A-F28F670661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sp>
        <p:nvSpPr>
          <p:cNvPr id="61" name="Thought Bubble: Cloud 60">
            <a:extLst>
              <a:ext uri="{FF2B5EF4-FFF2-40B4-BE49-F238E27FC236}">
                <a16:creationId xmlns:a16="http://schemas.microsoft.com/office/drawing/2014/main" id="{DD9AAE27-F0E7-5404-D069-93C433BD8607}"/>
              </a:ext>
            </a:extLst>
          </p:cNvPr>
          <p:cNvSpPr/>
          <p:nvPr/>
        </p:nvSpPr>
        <p:spPr>
          <a:xfrm>
            <a:off x="9883147" y="2732005"/>
            <a:ext cx="1478242" cy="1005840"/>
          </a:xfrm>
          <a:custGeom>
            <a:avLst/>
            <a:gdLst>
              <a:gd name="connsiteX0" fmla="*/ 133452 w 1478242"/>
              <a:gd name="connsiteY0" fmla="*/ 334581 h 1005840"/>
              <a:gd name="connsiteX1" fmla="*/ 192410 w 1478242"/>
              <a:gd name="connsiteY1" fmla="*/ 160817 h 1005840"/>
              <a:gd name="connsiteX2" fmla="*/ 479231 w 1478242"/>
              <a:gd name="connsiteY2" fmla="*/ 121119 h 1005840"/>
              <a:gd name="connsiteX3" fmla="*/ 768412 w 1478242"/>
              <a:gd name="connsiteY3" fmla="*/ 79908 h 1005840"/>
              <a:gd name="connsiteX4" fmla="*/ 881093 w 1478242"/>
              <a:gd name="connsiteY4" fmla="*/ 4656 h 1005840"/>
              <a:gd name="connsiteX5" fmla="*/ 1020842 w 1478242"/>
              <a:gd name="connsiteY5" fmla="*/ 57765 h 1005840"/>
              <a:gd name="connsiteX6" fmla="*/ 1213492 w 1478242"/>
              <a:gd name="connsiteY6" fmla="*/ 16065 h 1005840"/>
              <a:gd name="connsiteX7" fmla="*/ 1311186 w 1478242"/>
              <a:gd name="connsiteY7" fmla="*/ 129827 h 1005840"/>
              <a:gd name="connsiteX8" fmla="*/ 1436563 w 1478242"/>
              <a:gd name="connsiteY8" fmla="*/ 240237 h 1005840"/>
              <a:gd name="connsiteX9" fmla="*/ 1430951 w 1478242"/>
              <a:gd name="connsiteY9" fmla="*/ 359960 h 1005840"/>
              <a:gd name="connsiteX10" fmla="*/ 1471945 w 1478242"/>
              <a:gd name="connsiteY10" fmla="*/ 543013 h 1005840"/>
              <a:gd name="connsiteX11" fmla="*/ 1279911 w 1478242"/>
              <a:gd name="connsiteY11" fmla="*/ 703249 h 1005840"/>
              <a:gd name="connsiteX12" fmla="*/ 1211166 w 1478242"/>
              <a:gd name="connsiteY12" fmla="*/ 840551 h 1005840"/>
              <a:gd name="connsiteX13" fmla="*/ 977111 w 1478242"/>
              <a:gd name="connsiteY13" fmla="*/ 857175 h 1005840"/>
              <a:gd name="connsiteX14" fmla="*/ 809850 w 1478242"/>
              <a:gd name="connsiteY14" fmla="*/ 1003651 h 1005840"/>
              <a:gd name="connsiteX15" fmla="*/ 563921 w 1478242"/>
              <a:gd name="connsiteY15" fmla="*/ 914243 h 1005840"/>
              <a:gd name="connsiteX16" fmla="*/ 198604 w 1478242"/>
              <a:gd name="connsiteY16" fmla="*/ 825906 h 1005840"/>
              <a:gd name="connsiteX17" fmla="*/ 37982 w 1478242"/>
              <a:gd name="connsiteY17" fmla="*/ 727604 h 1005840"/>
              <a:gd name="connsiteX18" fmla="*/ 72303 w 1478242"/>
              <a:gd name="connsiteY18" fmla="*/ 594912 h 1005840"/>
              <a:gd name="connsiteX19" fmla="*/ -172 w 1478242"/>
              <a:gd name="connsiteY19" fmla="*/ 458774 h 1005840"/>
              <a:gd name="connsiteX20" fmla="*/ 132186 w 1478242"/>
              <a:gd name="connsiteY20" fmla="*/ 337771 h 1005840"/>
              <a:gd name="connsiteX21" fmla="*/ 133452 w 1478242"/>
              <a:gd name="connsiteY21" fmla="*/ 334581 h 1005840"/>
              <a:gd name="connsiteX0" fmla="*/ 175838 w 1478242"/>
              <a:gd name="connsiteY0" fmla="*/ 1272770 h 1005840"/>
              <a:gd name="connsiteX1" fmla="*/ 147898 w 1478242"/>
              <a:gd name="connsiteY1" fmla="*/ 1300710 h 1005840"/>
              <a:gd name="connsiteX2" fmla="*/ 119958 w 1478242"/>
              <a:gd name="connsiteY2" fmla="*/ 1272770 h 1005840"/>
              <a:gd name="connsiteX3" fmla="*/ 147898 w 1478242"/>
              <a:gd name="connsiteY3" fmla="*/ 1244830 h 1005840"/>
              <a:gd name="connsiteX4" fmla="*/ 175838 w 1478242"/>
              <a:gd name="connsiteY4" fmla="*/ 1272770 h 1005840"/>
              <a:gd name="connsiteX0" fmla="*/ 275404 w 1478242"/>
              <a:gd name="connsiteY0" fmla="*/ 1179504 h 1005840"/>
              <a:gd name="connsiteX1" fmla="*/ 219524 w 1478242"/>
              <a:gd name="connsiteY1" fmla="*/ 1235384 h 1005840"/>
              <a:gd name="connsiteX2" fmla="*/ 163644 w 1478242"/>
              <a:gd name="connsiteY2" fmla="*/ 1179504 h 1005840"/>
              <a:gd name="connsiteX3" fmla="*/ 219524 w 1478242"/>
              <a:gd name="connsiteY3" fmla="*/ 1123624 h 1005840"/>
              <a:gd name="connsiteX4" fmla="*/ 275404 w 1478242"/>
              <a:gd name="connsiteY4" fmla="*/ 1179504 h 1005840"/>
              <a:gd name="connsiteX0" fmla="*/ 409005 w 1478242"/>
              <a:gd name="connsiteY0" fmla="*/ 1041919 h 1005840"/>
              <a:gd name="connsiteX1" fmla="*/ 325185 w 1478242"/>
              <a:gd name="connsiteY1" fmla="*/ 1125739 h 1005840"/>
              <a:gd name="connsiteX2" fmla="*/ 241365 w 1478242"/>
              <a:gd name="connsiteY2" fmla="*/ 1041919 h 1005840"/>
              <a:gd name="connsiteX3" fmla="*/ 325185 w 1478242"/>
              <a:gd name="connsiteY3" fmla="*/ 958099 h 1005840"/>
              <a:gd name="connsiteX4" fmla="*/ 409005 w 1478242"/>
              <a:gd name="connsiteY4" fmla="*/ 1041919 h 1005840"/>
              <a:gd name="connsiteX0" fmla="*/ 160587 w 1478242"/>
              <a:gd name="connsiteY0" fmla="*/ 609487 h 1005840"/>
              <a:gd name="connsiteX1" fmla="*/ 73912 w 1478242"/>
              <a:gd name="connsiteY1" fmla="*/ 590931 h 1005840"/>
              <a:gd name="connsiteX2" fmla="*/ 237066 w 1478242"/>
              <a:gd name="connsiteY2" fmla="*/ 812565 h 1005840"/>
              <a:gd name="connsiteX3" fmla="*/ 199152 w 1478242"/>
              <a:gd name="connsiteY3" fmla="*/ 821436 h 1005840"/>
              <a:gd name="connsiteX4" fmla="*/ 563853 w 1478242"/>
              <a:gd name="connsiteY4" fmla="*/ 910145 h 1005840"/>
              <a:gd name="connsiteX5" fmla="*/ 540995 w 1478242"/>
              <a:gd name="connsiteY5" fmla="*/ 869632 h 1005840"/>
              <a:gd name="connsiteX6" fmla="*/ 986418 w 1478242"/>
              <a:gd name="connsiteY6" fmla="*/ 809119 h 1005840"/>
              <a:gd name="connsiteX7" fmla="*/ 977282 w 1478242"/>
              <a:gd name="connsiteY7" fmla="*/ 853567 h 1005840"/>
              <a:gd name="connsiteX8" fmla="*/ 1167845 w 1478242"/>
              <a:gd name="connsiteY8" fmla="*/ 534445 h 1005840"/>
              <a:gd name="connsiteX9" fmla="*/ 1279089 w 1478242"/>
              <a:gd name="connsiteY9" fmla="*/ 700595 h 1005840"/>
              <a:gd name="connsiteX10" fmla="*/ 1430267 w 1478242"/>
              <a:gd name="connsiteY10" fmla="*/ 357492 h 1005840"/>
              <a:gd name="connsiteX11" fmla="*/ 1380719 w 1478242"/>
              <a:gd name="connsiteY11" fmla="*/ 419798 h 1005840"/>
              <a:gd name="connsiteX12" fmla="*/ 1311392 w 1478242"/>
              <a:gd name="connsiteY12" fmla="*/ 126335 h 1005840"/>
              <a:gd name="connsiteX13" fmla="*/ 1313992 w 1478242"/>
              <a:gd name="connsiteY13" fmla="*/ 155765 h 1005840"/>
              <a:gd name="connsiteX14" fmla="*/ 995007 w 1478242"/>
              <a:gd name="connsiteY14" fmla="*/ 92015 h 1005840"/>
              <a:gd name="connsiteX15" fmla="*/ 1020397 w 1478242"/>
              <a:gd name="connsiteY15" fmla="*/ 54483 h 1005840"/>
              <a:gd name="connsiteX16" fmla="*/ 757633 w 1478242"/>
              <a:gd name="connsiteY16" fmla="*/ 109897 h 1005840"/>
              <a:gd name="connsiteX17" fmla="*/ 769917 w 1478242"/>
              <a:gd name="connsiteY17" fmla="*/ 77533 h 1005840"/>
              <a:gd name="connsiteX18" fmla="*/ 479059 w 1478242"/>
              <a:gd name="connsiteY18" fmla="*/ 120887 h 1005840"/>
              <a:gd name="connsiteX19" fmla="*/ 523544 w 1478242"/>
              <a:gd name="connsiteY19" fmla="*/ 152273 h 1005840"/>
              <a:gd name="connsiteX20" fmla="*/ 141220 w 1478242"/>
              <a:gd name="connsiteY20" fmla="*/ 367620 h 1005840"/>
              <a:gd name="connsiteX21" fmla="*/ 133452 w 1478242"/>
              <a:gd name="connsiteY21" fmla="*/ 334581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78242" h="1005840" extrusionOk="0">
                <a:moveTo>
                  <a:pt x="133452" y="334581"/>
                </a:moveTo>
                <a:cubicBezTo>
                  <a:pt x="113696" y="277796"/>
                  <a:pt x="148394" y="219351"/>
                  <a:pt x="192410" y="160817"/>
                </a:cubicBezTo>
                <a:cubicBezTo>
                  <a:pt x="276725" y="91857"/>
                  <a:pt x="369914" y="66048"/>
                  <a:pt x="479231" y="121119"/>
                </a:cubicBezTo>
                <a:cubicBezTo>
                  <a:pt x="521658" y="22416"/>
                  <a:pt x="688999" y="2722"/>
                  <a:pt x="768412" y="79908"/>
                </a:cubicBezTo>
                <a:cubicBezTo>
                  <a:pt x="793492" y="30058"/>
                  <a:pt x="832878" y="15450"/>
                  <a:pt x="881093" y="4656"/>
                </a:cubicBezTo>
                <a:cubicBezTo>
                  <a:pt x="940392" y="705"/>
                  <a:pt x="987188" y="15597"/>
                  <a:pt x="1020842" y="57765"/>
                </a:cubicBezTo>
                <a:cubicBezTo>
                  <a:pt x="1060566" y="1178"/>
                  <a:pt x="1140042" y="6315"/>
                  <a:pt x="1213492" y="16065"/>
                </a:cubicBezTo>
                <a:cubicBezTo>
                  <a:pt x="1265817" y="36159"/>
                  <a:pt x="1299894" y="78470"/>
                  <a:pt x="1311186" y="129827"/>
                </a:cubicBezTo>
                <a:cubicBezTo>
                  <a:pt x="1376481" y="151226"/>
                  <a:pt x="1418414" y="187551"/>
                  <a:pt x="1436563" y="240237"/>
                </a:cubicBezTo>
                <a:cubicBezTo>
                  <a:pt x="1442072" y="272277"/>
                  <a:pt x="1447403" y="317040"/>
                  <a:pt x="1430951" y="359960"/>
                </a:cubicBezTo>
                <a:cubicBezTo>
                  <a:pt x="1488552" y="410934"/>
                  <a:pt x="1503912" y="475502"/>
                  <a:pt x="1471945" y="543013"/>
                </a:cubicBezTo>
                <a:cubicBezTo>
                  <a:pt x="1464939" y="638770"/>
                  <a:pt x="1369514" y="702403"/>
                  <a:pt x="1279911" y="703249"/>
                </a:cubicBezTo>
                <a:cubicBezTo>
                  <a:pt x="1273789" y="762064"/>
                  <a:pt x="1269076" y="799532"/>
                  <a:pt x="1211166" y="840551"/>
                </a:cubicBezTo>
                <a:cubicBezTo>
                  <a:pt x="1154343" y="899201"/>
                  <a:pt x="1043650" y="892417"/>
                  <a:pt x="977111" y="857175"/>
                </a:cubicBezTo>
                <a:cubicBezTo>
                  <a:pt x="939262" y="937176"/>
                  <a:pt x="882831" y="964622"/>
                  <a:pt x="809850" y="1003651"/>
                </a:cubicBezTo>
                <a:cubicBezTo>
                  <a:pt x="714352" y="1022342"/>
                  <a:pt x="617597" y="991684"/>
                  <a:pt x="563921" y="914243"/>
                </a:cubicBezTo>
                <a:cubicBezTo>
                  <a:pt x="415265" y="998756"/>
                  <a:pt x="293699" y="969970"/>
                  <a:pt x="198604" y="825906"/>
                </a:cubicBezTo>
                <a:cubicBezTo>
                  <a:pt x="145498" y="838344"/>
                  <a:pt x="58762" y="794075"/>
                  <a:pt x="37982" y="727604"/>
                </a:cubicBezTo>
                <a:cubicBezTo>
                  <a:pt x="29379" y="689880"/>
                  <a:pt x="49361" y="630468"/>
                  <a:pt x="72303" y="594912"/>
                </a:cubicBezTo>
                <a:cubicBezTo>
                  <a:pt x="9337" y="566095"/>
                  <a:pt x="-6637" y="511877"/>
                  <a:pt x="-172" y="458774"/>
                </a:cubicBezTo>
                <a:cubicBezTo>
                  <a:pt x="-9326" y="389574"/>
                  <a:pt x="70956" y="354293"/>
                  <a:pt x="132186" y="337771"/>
                </a:cubicBezTo>
                <a:cubicBezTo>
                  <a:pt x="132754" y="336612"/>
                  <a:pt x="132811" y="335727"/>
                  <a:pt x="133452" y="334581"/>
                </a:cubicBezTo>
                <a:close/>
              </a:path>
              <a:path w="1478242" h="1005840" extrusionOk="0">
                <a:moveTo>
                  <a:pt x="175838" y="1272770"/>
                </a:moveTo>
                <a:cubicBezTo>
                  <a:pt x="176563" y="1285217"/>
                  <a:pt x="164913" y="1301276"/>
                  <a:pt x="147898" y="1300710"/>
                </a:cubicBezTo>
                <a:cubicBezTo>
                  <a:pt x="133016" y="1302088"/>
                  <a:pt x="122234" y="1288422"/>
                  <a:pt x="119958" y="1272770"/>
                </a:cubicBezTo>
                <a:cubicBezTo>
                  <a:pt x="115951" y="1258217"/>
                  <a:pt x="133246" y="1245750"/>
                  <a:pt x="147898" y="1244830"/>
                </a:cubicBezTo>
                <a:cubicBezTo>
                  <a:pt x="163790" y="1241916"/>
                  <a:pt x="179449" y="1256475"/>
                  <a:pt x="175838" y="1272770"/>
                </a:cubicBezTo>
                <a:close/>
              </a:path>
              <a:path w="1478242" h="1005840" extrusionOk="0">
                <a:moveTo>
                  <a:pt x="275404" y="1179504"/>
                </a:moveTo>
                <a:cubicBezTo>
                  <a:pt x="272685" y="1212619"/>
                  <a:pt x="258441" y="1236188"/>
                  <a:pt x="219524" y="1235384"/>
                </a:cubicBezTo>
                <a:cubicBezTo>
                  <a:pt x="184428" y="1227196"/>
                  <a:pt x="162644" y="1211368"/>
                  <a:pt x="163644" y="1179504"/>
                </a:cubicBezTo>
                <a:cubicBezTo>
                  <a:pt x="167638" y="1151230"/>
                  <a:pt x="190316" y="1120675"/>
                  <a:pt x="219524" y="1123624"/>
                </a:cubicBezTo>
                <a:cubicBezTo>
                  <a:pt x="254548" y="1118969"/>
                  <a:pt x="278330" y="1155941"/>
                  <a:pt x="275404" y="1179504"/>
                </a:cubicBezTo>
                <a:close/>
              </a:path>
              <a:path w="1478242" h="1005840" extrusionOk="0">
                <a:moveTo>
                  <a:pt x="409005" y="1041919"/>
                </a:moveTo>
                <a:cubicBezTo>
                  <a:pt x="413564" y="1085404"/>
                  <a:pt x="373237" y="1125004"/>
                  <a:pt x="325185" y="1125739"/>
                </a:cubicBezTo>
                <a:cubicBezTo>
                  <a:pt x="284596" y="1119735"/>
                  <a:pt x="231170" y="1079113"/>
                  <a:pt x="241365" y="1041919"/>
                </a:cubicBezTo>
                <a:cubicBezTo>
                  <a:pt x="243017" y="990550"/>
                  <a:pt x="280208" y="957750"/>
                  <a:pt x="325185" y="958099"/>
                </a:cubicBezTo>
                <a:cubicBezTo>
                  <a:pt x="363678" y="951042"/>
                  <a:pt x="409672" y="992741"/>
                  <a:pt x="409005" y="1041919"/>
                </a:cubicBezTo>
                <a:close/>
              </a:path>
              <a:path w="1478242" h="1005840" fill="none" extrusionOk="0">
                <a:moveTo>
                  <a:pt x="160587" y="609487"/>
                </a:moveTo>
                <a:cubicBezTo>
                  <a:pt x="125015" y="618377"/>
                  <a:pt x="105208" y="607010"/>
                  <a:pt x="73912" y="590931"/>
                </a:cubicBezTo>
                <a:moveTo>
                  <a:pt x="237066" y="812565"/>
                </a:moveTo>
                <a:cubicBezTo>
                  <a:pt x="223846" y="815724"/>
                  <a:pt x="211568" y="820035"/>
                  <a:pt x="199152" y="821436"/>
                </a:cubicBezTo>
                <a:moveTo>
                  <a:pt x="563853" y="910145"/>
                </a:moveTo>
                <a:cubicBezTo>
                  <a:pt x="554699" y="895808"/>
                  <a:pt x="546830" y="882213"/>
                  <a:pt x="540995" y="869632"/>
                </a:cubicBezTo>
                <a:moveTo>
                  <a:pt x="986418" y="809119"/>
                </a:moveTo>
                <a:cubicBezTo>
                  <a:pt x="985552" y="820065"/>
                  <a:pt x="979595" y="839715"/>
                  <a:pt x="977282" y="853567"/>
                </a:cubicBezTo>
                <a:moveTo>
                  <a:pt x="1167845" y="534445"/>
                </a:moveTo>
                <a:cubicBezTo>
                  <a:pt x="1236272" y="552877"/>
                  <a:pt x="1297342" y="635550"/>
                  <a:pt x="1279089" y="700595"/>
                </a:cubicBezTo>
                <a:moveTo>
                  <a:pt x="1430267" y="357492"/>
                </a:moveTo>
                <a:cubicBezTo>
                  <a:pt x="1416722" y="379644"/>
                  <a:pt x="1407302" y="399446"/>
                  <a:pt x="1380719" y="419798"/>
                </a:cubicBezTo>
                <a:moveTo>
                  <a:pt x="1311392" y="126335"/>
                </a:moveTo>
                <a:cubicBezTo>
                  <a:pt x="1311356" y="136725"/>
                  <a:pt x="1315760" y="147544"/>
                  <a:pt x="1313992" y="155765"/>
                </a:cubicBezTo>
                <a:moveTo>
                  <a:pt x="995007" y="92015"/>
                </a:moveTo>
                <a:cubicBezTo>
                  <a:pt x="999783" y="76598"/>
                  <a:pt x="1009987" y="62990"/>
                  <a:pt x="1020397" y="54483"/>
                </a:cubicBezTo>
                <a:moveTo>
                  <a:pt x="757633" y="109897"/>
                </a:moveTo>
                <a:cubicBezTo>
                  <a:pt x="759670" y="99702"/>
                  <a:pt x="765520" y="89410"/>
                  <a:pt x="769917" y="77533"/>
                </a:cubicBezTo>
                <a:moveTo>
                  <a:pt x="479059" y="120887"/>
                </a:moveTo>
                <a:cubicBezTo>
                  <a:pt x="496299" y="127051"/>
                  <a:pt x="510007" y="139610"/>
                  <a:pt x="523544" y="152273"/>
                </a:cubicBezTo>
                <a:moveTo>
                  <a:pt x="141220" y="367620"/>
                </a:moveTo>
                <a:cubicBezTo>
                  <a:pt x="136706" y="357004"/>
                  <a:pt x="134257" y="349043"/>
                  <a:pt x="133452" y="334581"/>
                </a:cubicBezTo>
              </a:path>
            </a:pathLst>
          </a:cu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5330650">
                  <a:prstGeom prst="cloudCallout">
                    <a:avLst>
                      <a:gd name="adj1" fmla="val -39995"/>
                      <a:gd name="adj2" fmla="val 76538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I am Dead Right NOW</a:t>
            </a:r>
          </a:p>
        </p:txBody>
      </p:sp>
    </p:spTree>
    <p:extLst>
      <p:ext uri="{BB962C8B-B14F-4D97-AF65-F5344CB8AC3E}">
        <p14:creationId xmlns:p14="http://schemas.microsoft.com/office/powerpoint/2010/main" val="60279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-0.35729 0.4851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65" y="242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-0.20287 0.4851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43" y="2425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-0.04584 0.4851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2425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59259E-6 L 0.11093 0.4851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2425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7 L 0.11276 -3.7037E-7 C 0.16341 -3.7037E-7 0.22591 0.12593 0.22591 0.22917 L 0.22591 0.4588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89" y="2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7" grpId="0"/>
      <p:bldP spid="58" grpId="0"/>
      <p:bldP spid="59" grpId="0"/>
      <p:bldP spid="6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 descr="A cartoon of a person with a megaphone&#10;&#10;Description automatically generated with low confidence">
            <a:extLst>
              <a:ext uri="{FF2B5EF4-FFF2-40B4-BE49-F238E27FC236}">
                <a16:creationId xmlns:a16="http://schemas.microsoft.com/office/drawing/2014/main" id="{0B16E9E8-3AD7-25B2-EE30-53868AA19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5597">
            <a:off x="6436267" y="513302"/>
            <a:ext cx="1085849" cy="108584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8AD36C9-3523-175A-792A-E73090EC2491}"/>
              </a:ext>
            </a:extLst>
          </p:cNvPr>
          <p:cNvGrpSpPr/>
          <p:nvPr/>
        </p:nvGrpSpPr>
        <p:grpSpPr>
          <a:xfrm>
            <a:off x="10566599" y="3950060"/>
            <a:ext cx="1088464" cy="946795"/>
            <a:chOff x="9561157" y="5195706"/>
            <a:chExt cx="1088464" cy="94679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AEC518-343A-2D43-4EE7-1ADF734EB25A}"/>
                </a:ext>
              </a:extLst>
            </p:cNvPr>
            <p:cNvSpPr txBox="1"/>
            <p:nvPr/>
          </p:nvSpPr>
          <p:spPr>
            <a:xfrm>
              <a:off x="9561157" y="5834724"/>
              <a:ext cx="1088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2060"/>
                  </a:solidFill>
                </a:rPr>
                <a:t>Reducer</a:t>
              </a:r>
              <a:endParaRPr 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15" name="Picture 14" descr="A picture containing circle, graphics, gear, design&#10;&#10;Description automatically generated">
              <a:extLst>
                <a:ext uri="{FF2B5EF4-FFF2-40B4-BE49-F238E27FC236}">
                  <a16:creationId xmlns:a16="http://schemas.microsoft.com/office/drawing/2014/main" id="{4D76260E-6706-EA79-AAEC-A041E5ECA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389" y="5195706"/>
              <a:ext cx="720000" cy="720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8B983-3041-BB56-93F4-5D656FC76513}"/>
              </a:ext>
            </a:extLst>
          </p:cNvPr>
          <p:cNvCxnSpPr>
            <a:cxnSpLocks/>
            <a:stCxn id="35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172C7987-DE45-CF94-0C1D-8D4AD224F6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993ED-4516-B472-11CE-5902067006F0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52898646-DB39-1AD3-D7E3-4FA307D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E00ED3-C597-F4A2-E8DB-3CD16E191427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7D4B6F4-2970-CA81-680A-F28F670661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pic>
        <p:nvPicPr>
          <p:cNvPr id="7" name="Picture 6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53EA86B4-EDED-3944-97EC-97F42E5CA8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pic>
        <p:nvPicPr>
          <p:cNvPr id="8" name="Picture 7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F4A5D876-1474-20DF-B52E-B43FBA1713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A4539076-8974-00E6-50B6-5964B5A9B7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pic>
        <p:nvPicPr>
          <p:cNvPr id="20" name="Picture 19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D5F320B7-C359-0494-3FE1-DFB485EC18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44730F4-5235-20CF-1D0A-E6DC7A38502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8C9F64-FAC4-FC7C-951B-54786E7436D7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6D87F-D9D0-4B1F-3900-3CA7D544B13D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085481-4E4D-0CCE-464B-E381B2739DA6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5" name="Thought Bubble: Cloud 64">
            <a:extLst>
              <a:ext uri="{FF2B5EF4-FFF2-40B4-BE49-F238E27FC236}">
                <a16:creationId xmlns:a16="http://schemas.microsoft.com/office/drawing/2014/main" id="{DD6BCF6C-FD24-82E1-86A9-98213606562C}"/>
              </a:ext>
            </a:extLst>
          </p:cNvPr>
          <p:cNvSpPr/>
          <p:nvPr/>
        </p:nvSpPr>
        <p:spPr>
          <a:xfrm>
            <a:off x="7423161" y="121231"/>
            <a:ext cx="1638300" cy="588371"/>
          </a:xfrm>
          <a:custGeom>
            <a:avLst/>
            <a:gdLst>
              <a:gd name="connsiteX0" fmla="*/ 147902 w 1638300"/>
              <a:gd name="connsiteY0" fmla="*/ 195715 h 588371"/>
              <a:gd name="connsiteX1" fmla="*/ 213244 w 1638300"/>
              <a:gd name="connsiteY1" fmla="*/ 94071 h 588371"/>
              <a:gd name="connsiteX2" fmla="*/ 531120 w 1638300"/>
              <a:gd name="connsiteY2" fmla="*/ 70849 h 588371"/>
              <a:gd name="connsiteX3" fmla="*/ 851612 w 1638300"/>
              <a:gd name="connsiteY3" fmla="*/ 46742 h 588371"/>
              <a:gd name="connsiteX4" fmla="*/ 976495 w 1638300"/>
              <a:gd name="connsiteY4" fmla="*/ 2723 h 588371"/>
              <a:gd name="connsiteX5" fmla="*/ 1131375 w 1638300"/>
              <a:gd name="connsiteY5" fmla="*/ 33790 h 588371"/>
              <a:gd name="connsiteX6" fmla="*/ 1344885 w 1638300"/>
              <a:gd name="connsiteY6" fmla="*/ 9397 h 588371"/>
              <a:gd name="connsiteX7" fmla="*/ 1453156 w 1638300"/>
              <a:gd name="connsiteY7" fmla="*/ 75943 h 588371"/>
              <a:gd name="connsiteX8" fmla="*/ 1592109 w 1638300"/>
              <a:gd name="connsiteY8" fmla="*/ 140528 h 588371"/>
              <a:gd name="connsiteX9" fmla="*/ 1585889 w 1638300"/>
              <a:gd name="connsiteY9" fmla="*/ 210560 h 588371"/>
              <a:gd name="connsiteX10" fmla="*/ 1631322 w 1638300"/>
              <a:gd name="connsiteY10" fmla="*/ 317638 h 588371"/>
              <a:gd name="connsiteX11" fmla="*/ 1418494 w 1638300"/>
              <a:gd name="connsiteY11" fmla="*/ 411369 h 588371"/>
              <a:gd name="connsiteX12" fmla="*/ 1342306 w 1638300"/>
              <a:gd name="connsiteY12" fmla="*/ 491684 h 588371"/>
              <a:gd name="connsiteX13" fmla="*/ 1082908 w 1638300"/>
              <a:gd name="connsiteY13" fmla="*/ 501409 h 588371"/>
              <a:gd name="connsiteX14" fmla="*/ 897538 w 1638300"/>
              <a:gd name="connsiteY14" fmla="*/ 587090 h 588371"/>
              <a:gd name="connsiteX15" fmla="*/ 624981 w 1638300"/>
              <a:gd name="connsiteY15" fmla="*/ 534791 h 588371"/>
              <a:gd name="connsiteX16" fmla="*/ 220108 w 1638300"/>
              <a:gd name="connsiteY16" fmla="*/ 483117 h 588371"/>
              <a:gd name="connsiteX17" fmla="*/ 42095 w 1638300"/>
              <a:gd name="connsiteY17" fmla="*/ 425615 h 588371"/>
              <a:gd name="connsiteX18" fmla="*/ 80132 w 1638300"/>
              <a:gd name="connsiteY18" fmla="*/ 347996 h 588371"/>
              <a:gd name="connsiteX19" fmla="*/ -190 w 1638300"/>
              <a:gd name="connsiteY19" fmla="*/ 268362 h 588371"/>
              <a:gd name="connsiteX20" fmla="*/ 146498 w 1638300"/>
              <a:gd name="connsiteY20" fmla="*/ 197580 h 588371"/>
              <a:gd name="connsiteX21" fmla="*/ 147902 w 1638300"/>
              <a:gd name="connsiteY21" fmla="*/ 195715 h 588371"/>
              <a:gd name="connsiteX0" fmla="*/ 171622 w 1638300"/>
              <a:gd name="connsiteY0" fmla="*/ 801661 h 588371"/>
              <a:gd name="connsiteX1" fmla="*/ 155278 w 1638300"/>
              <a:gd name="connsiteY1" fmla="*/ 818005 h 588371"/>
              <a:gd name="connsiteX2" fmla="*/ 138934 w 1638300"/>
              <a:gd name="connsiteY2" fmla="*/ 801661 h 588371"/>
              <a:gd name="connsiteX3" fmla="*/ 155278 w 1638300"/>
              <a:gd name="connsiteY3" fmla="*/ 785317 h 588371"/>
              <a:gd name="connsiteX4" fmla="*/ 171622 w 1638300"/>
              <a:gd name="connsiteY4" fmla="*/ 801661 h 588371"/>
              <a:gd name="connsiteX0" fmla="*/ 284492 w 1638300"/>
              <a:gd name="connsiteY0" fmla="*/ 727874 h 588371"/>
              <a:gd name="connsiteX1" fmla="*/ 251805 w 1638300"/>
              <a:gd name="connsiteY1" fmla="*/ 760561 h 588371"/>
              <a:gd name="connsiteX2" fmla="*/ 219118 w 1638300"/>
              <a:gd name="connsiteY2" fmla="*/ 727874 h 588371"/>
              <a:gd name="connsiteX3" fmla="*/ 251805 w 1638300"/>
              <a:gd name="connsiteY3" fmla="*/ 695187 h 588371"/>
              <a:gd name="connsiteX4" fmla="*/ 284492 w 1638300"/>
              <a:gd name="connsiteY4" fmla="*/ 727874 h 588371"/>
              <a:gd name="connsiteX0" fmla="*/ 423332 w 1638300"/>
              <a:gd name="connsiteY0" fmla="*/ 634236 h 588371"/>
              <a:gd name="connsiteX1" fmla="*/ 374301 w 1638300"/>
              <a:gd name="connsiteY1" fmla="*/ 683267 h 588371"/>
              <a:gd name="connsiteX2" fmla="*/ 325270 w 1638300"/>
              <a:gd name="connsiteY2" fmla="*/ 634236 h 588371"/>
              <a:gd name="connsiteX3" fmla="*/ 374301 w 1638300"/>
              <a:gd name="connsiteY3" fmla="*/ 585205 h 588371"/>
              <a:gd name="connsiteX4" fmla="*/ 423332 w 1638300"/>
              <a:gd name="connsiteY4" fmla="*/ 634236 h 588371"/>
              <a:gd name="connsiteX0" fmla="*/ 177975 w 1638300"/>
              <a:gd name="connsiteY0" fmla="*/ 356522 h 588371"/>
              <a:gd name="connsiteX1" fmla="*/ 81915 w 1638300"/>
              <a:gd name="connsiteY1" fmla="*/ 345667 h 588371"/>
              <a:gd name="connsiteX2" fmla="*/ 262734 w 1638300"/>
              <a:gd name="connsiteY2" fmla="*/ 475313 h 588371"/>
              <a:gd name="connsiteX3" fmla="*/ 220715 w 1638300"/>
              <a:gd name="connsiteY3" fmla="*/ 480502 h 588371"/>
              <a:gd name="connsiteX4" fmla="*/ 624905 w 1638300"/>
              <a:gd name="connsiteY4" fmla="*/ 532394 h 588371"/>
              <a:gd name="connsiteX5" fmla="*/ 599572 w 1638300"/>
              <a:gd name="connsiteY5" fmla="*/ 508695 h 588371"/>
              <a:gd name="connsiteX6" fmla="*/ 1093223 w 1638300"/>
              <a:gd name="connsiteY6" fmla="*/ 473298 h 588371"/>
              <a:gd name="connsiteX7" fmla="*/ 1083098 w 1638300"/>
              <a:gd name="connsiteY7" fmla="*/ 499298 h 588371"/>
              <a:gd name="connsiteX8" fmla="*/ 1294294 w 1638300"/>
              <a:gd name="connsiteY8" fmla="*/ 312626 h 588371"/>
              <a:gd name="connsiteX9" fmla="*/ 1417584 w 1638300"/>
              <a:gd name="connsiteY9" fmla="*/ 409816 h 588371"/>
              <a:gd name="connsiteX10" fmla="*/ 1585131 w 1638300"/>
              <a:gd name="connsiteY10" fmla="*/ 209116 h 588371"/>
              <a:gd name="connsiteX11" fmla="*/ 1530217 w 1638300"/>
              <a:gd name="connsiteY11" fmla="*/ 245563 h 588371"/>
              <a:gd name="connsiteX12" fmla="*/ 1453384 w 1638300"/>
              <a:gd name="connsiteY12" fmla="*/ 73900 h 588371"/>
              <a:gd name="connsiteX13" fmla="*/ 1456266 w 1638300"/>
              <a:gd name="connsiteY13" fmla="*/ 91115 h 588371"/>
              <a:gd name="connsiteX14" fmla="*/ 1102742 w 1638300"/>
              <a:gd name="connsiteY14" fmla="*/ 53825 h 588371"/>
              <a:gd name="connsiteX15" fmla="*/ 1130882 w 1638300"/>
              <a:gd name="connsiteY15" fmla="*/ 31870 h 588371"/>
              <a:gd name="connsiteX16" fmla="*/ 839666 w 1638300"/>
              <a:gd name="connsiteY16" fmla="*/ 64284 h 588371"/>
              <a:gd name="connsiteX17" fmla="*/ 853281 w 1638300"/>
              <a:gd name="connsiteY17" fmla="*/ 45353 h 588371"/>
              <a:gd name="connsiteX18" fmla="*/ 530930 w 1638300"/>
              <a:gd name="connsiteY18" fmla="*/ 70713 h 588371"/>
              <a:gd name="connsiteX19" fmla="*/ 580231 w 1638300"/>
              <a:gd name="connsiteY19" fmla="*/ 89072 h 588371"/>
              <a:gd name="connsiteX20" fmla="*/ 156510 w 1638300"/>
              <a:gd name="connsiteY20" fmla="*/ 215041 h 588371"/>
              <a:gd name="connsiteX21" fmla="*/ 147902 w 1638300"/>
              <a:gd name="connsiteY21" fmla="*/ 195715 h 58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638300" h="588371" extrusionOk="0">
                <a:moveTo>
                  <a:pt x="147902" y="195715"/>
                </a:moveTo>
                <a:cubicBezTo>
                  <a:pt x="131727" y="162355"/>
                  <a:pt x="163965" y="132172"/>
                  <a:pt x="213244" y="94071"/>
                </a:cubicBezTo>
                <a:cubicBezTo>
                  <a:pt x="304575" y="55393"/>
                  <a:pt x="404852" y="35056"/>
                  <a:pt x="531120" y="70849"/>
                </a:cubicBezTo>
                <a:cubicBezTo>
                  <a:pt x="574595" y="14067"/>
                  <a:pt x="761298" y="2076"/>
                  <a:pt x="851612" y="46742"/>
                </a:cubicBezTo>
                <a:cubicBezTo>
                  <a:pt x="878630" y="15060"/>
                  <a:pt x="923346" y="14443"/>
                  <a:pt x="976495" y="2723"/>
                </a:cubicBezTo>
                <a:cubicBezTo>
                  <a:pt x="1043220" y="2560"/>
                  <a:pt x="1091371" y="677"/>
                  <a:pt x="1131375" y="33790"/>
                </a:cubicBezTo>
                <a:cubicBezTo>
                  <a:pt x="1176143" y="-1453"/>
                  <a:pt x="1267681" y="1275"/>
                  <a:pt x="1344885" y="9397"/>
                </a:cubicBezTo>
                <a:cubicBezTo>
                  <a:pt x="1408642" y="19502"/>
                  <a:pt x="1439945" y="45203"/>
                  <a:pt x="1453156" y="75943"/>
                </a:cubicBezTo>
                <a:cubicBezTo>
                  <a:pt x="1525479" y="91793"/>
                  <a:pt x="1577181" y="117225"/>
                  <a:pt x="1592109" y="140528"/>
                </a:cubicBezTo>
                <a:cubicBezTo>
                  <a:pt x="1605829" y="162004"/>
                  <a:pt x="1604572" y="184883"/>
                  <a:pt x="1585889" y="210560"/>
                </a:cubicBezTo>
                <a:cubicBezTo>
                  <a:pt x="1638051" y="240673"/>
                  <a:pt x="1661528" y="277490"/>
                  <a:pt x="1631322" y="317638"/>
                </a:cubicBezTo>
                <a:cubicBezTo>
                  <a:pt x="1615219" y="373647"/>
                  <a:pt x="1513726" y="429864"/>
                  <a:pt x="1418494" y="411369"/>
                </a:cubicBezTo>
                <a:cubicBezTo>
                  <a:pt x="1416048" y="444320"/>
                  <a:pt x="1394651" y="469541"/>
                  <a:pt x="1342306" y="491684"/>
                </a:cubicBezTo>
                <a:cubicBezTo>
                  <a:pt x="1286590" y="534441"/>
                  <a:pt x="1157516" y="519133"/>
                  <a:pt x="1082908" y="501409"/>
                </a:cubicBezTo>
                <a:cubicBezTo>
                  <a:pt x="1043077" y="550836"/>
                  <a:pt x="981791" y="563647"/>
                  <a:pt x="897538" y="587090"/>
                </a:cubicBezTo>
                <a:cubicBezTo>
                  <a:pt x="791587" y="596679"/>
                  <a:pt x="684039" y="595948"/>
                  <a:pt x="624981" y="534791"/>
                </a:cubicBezTo>
                <a:cubicBezTo>
                  <a:pt x="461453" y="590598"/>
                  <a:pt x="304907" y="556613"/>
                  <a:pt x="220108" y="483117"/>
                </a:cubicBezTo>
                <a:cubicBezTo>
                  <a:pt x="143156" y="488475"/>
                  <a:pt x="66546" y="471854"/>
                  <a:pt x="42095" y="425615"/>
                </a:cubicBezTo>
                <a:cubicBezTo>
                  <a:pt x="30502" y="405244"/>
                  <a:pt x="45639" y="368791"/>
                  <a:pt x="80132" y="347996"/>
                </a:cubicBezTo>
                <a:cubicBezTo>
                  <a:pt x="21462" y="331533"/>
                  <a:pt x="-5675" y="294210"/>
                  <a:pt x="-190" y="268362"/>
                </a:cubicBezTo>
                <a:cubicBezTo>
                  <a:pt x="678" y="228419"/>
                  <a:pt x="72333" y="204443"/>
                  <a:pt x="146498" y="197580"/>
                </a:cubicBezTo>
                <a:cubicBezTo>
                  <a:pt x="146988" y="196934"/>
                  <a:pt x="147286" y="196394"/>
                  <a:pt x="147902" y="195715"/>
                </a:cubicBezTo>
                <a:close/>
              </a:path>
              <a:path w="1638300" h="588371" extrusionOk="0">
                <a:moveTo>
                  <a:pt x="171622" y="801661"/>
                </a:moveTo>
                <a:cubicBezTo>
                  <a:pt x="172120" y="808638"/>
                  <a:pt x="166481" y="818782"/>
                  <a:pt x="155278" y="818005"/>
                </a:cubicBezTo>
                <a:cubicBezTo>
                  <a:pt x="146714" y="819167"/>
                  <a:pt x="140862" y="810876"/>
                  <a:pt x="138934" y="801661"/>
                </a:cubicBezTo>
                <a:cubicBezTo>
                  <a:pt x="138294" y="792774"/>
                  <a:pt x="147507" y="786801"/>
                  <a:pt x="155278" y="785317"/>
                </a:cubicBezTo>
                <a:cubicBezTo>
                  <a:pt x="164485" y="784182"/>
                  <a:pt x="172423" y="792443"/>
                  <a:pt x="171622" y="801661"/>
                </a:cubicBezTo>
                <a:close/>
              </a:path>
              <a:path w="1638300" h="588371" extrusionOk="0">
                <a:moveTo>
                  <a:pt x="284492" y="727874"/>
                </a:moveTo>
                <a:cubicBezTo>
                  <a:pt x="282159" y="747860"/>
                  <a:pt x="275215" y="761096"/>
                  <a:pt x="251805" y="760561"/>
                </a:cubicBezTo>
                <a:cubicBezTo>
                  <a:pt x="233423" y="759924"/>
                  <a:pt x="217477" y="747571"/>
                  <a:pt x="219118" y="727874"/>
                </a:cubicBezTo>
                <a:cubicBezTo>
                  <a:pt x="223466" y="712638"/>
                  <a:pt x="235205" y="692597"/>
                  <a:pt x="251805" y="695187"/>
                </a:cubicBezTo>
                <a:cubicBezTo>
                  <a:pt x="272226" y="692538"/>
                  <a:pt x="285072" y="711267"/>
                  <a:pt x="284492" y="727874"/>
                </a:cubicBezTo>
                <a:close/>
              </a:path>
              <a:path w="1638300" h="588371" extrusionOk="0">
                <a:moveTo>
                  <a:pt x="423332" y="634236"/>
                </a:moveTo>
                <a:cubicBezTo>
                  <a:pt x="426373" y="659442"/>
                  <a:pt x="406323" y="681202"/>
                  <a:pt x="374301" y="683267"/>
                </a:cubicBezTo>
                <a:cubicBezTo>
                  <a:pt x="348118" y="682324"/>
                  <a:pt x="321204" y="657686"/>
                  <a:pt x="325270" y="634236"/>
                </a:cubicBezTo>
                <a:cubicBezTo>
                  <a:pt x="326424" y="603613"/>
                  <a:pt x="352988" y="583676"/>
                  <a:pt x="374301" y="585205"/>
                </a:cubicBezTo>
                <a:cubicBezTo>
                  <a:pt x="396401" y="580701"/>
                  <a:pt x="423908" y="604665"/>
                  <a:pt x="423332" y="634236"/>
                </a:cubicBezTo>
                <a:close/>
              </a:path>
              <a:path w="1638300" h="588371" fill="none" extrusionOk="0">
                <a:moveTo>
                  <a:pt x="177975" y="356522"/>
                </a:moveTo>
                <a:cubicBezTo>
                  <a:pt x="142795" y="359888"/>
                  <a:pt x="114415" y="355248"/>
                  <a:pt x="81915" y="345667"/>
                </a:cubicBezTo>
                <a:moveTo>
                  <a:pt x="262734" y="475313"/>
                </a:moveTo>
                <a:cubicBezTo>
                  <a:pt x="247106" y="475246"/>
                  <a:pt x="233587" y="479675"/>
                  <a:pt x="220715" y="480502"/>
                </a:cubicBezTo>
                <a:moveTo>
                  <a:pt x="624905" y="532394"/>
                </a:moveTo>
                <a:cubicBezTo>
                  <a:pt x="614754" y="522694"/>
                  <a:pt x="606132" y="515889"/>
                  <a:pt x="599572" y="508695"/>
                </a:cubicBezTo>
                <a:moveTo>
                  <a:pt x="1093223" y="473298"/>
                </a:moveTo>
                <a:cubicBezTo>
                  <a:pt x="1092001" y="479851"/>
                  <a:pt x="1088109" y="490884"/>
                  <a:pt x="1083098" y="499298"/>
                </a:cubicBezTo>
                <a:moveTo>
                  <a:pt x="1294294" y="312626"/>
                </a:moveTo>
                <a:cubicBezTo>
                  <a:pt x="1370231" y="325464"/>
                  <a:pt x="1429665" y="372108"/>
                  <a:pt x="1417584" y="409816"/>
                </a:cubicBezTo>
                <a:moveTo>
                  <a:pt x="1585131" y="209116"/>
                </a:moveTo>
                <a:cubicBezTo>
                  <a:pt x="1571197" y="221928"/>
                  <a:pt x="1558899" y="232399"/>
                  <a:pt x="1530217" y="245563"/>
                </a:cubicBezTo>
                <a:moveTo>
                  <a:pt x="1453384" y="73900"/>
                </a:moveTo>
                <a:cubicBezTo>
                  <a:pt x="1454363" y="79972"/>
                  <a:pt x="1456931" y="85832"/>
                  <a:pt x="1456266" y="91115"/>
                </a:cubicBezTo>
                <a:moveTo>
                  <a:pt x="1102742" y="53825"/>
                </a:moveTo>
                <a:cubicBezTo>
                  <a:pt x="1108784" y="44657"/>
                  <a:pt x="1119351" y="37905"/>
                  <a:pt x="1130882" y="31870"/>
                </a:cubicBezTo>
                <a:moveTo>
                  <a:pt x="839666" y="64284"/>
                </a:moveTo>
                <a:cubicBezTo>
                  <a:pt x="841721" y="59207"/>
                  <a:pt x="847451" y="51758"/>
                  <a:pt x="853281" y="45353"/>
                </a:cubicBezTo>
                <a:moveTo>
                  <a:pt x="530930" y="70713"/>
                </a:moveTo>
                <a:cubicBezTo>
                  <a:pt x="549167" y="75033"/>
                  <a:pt x="564540" y="78129"/>
                  <a:pt x="580231" y="89072"/>
                </a:cubicBezTo>
                <a:moveTo>
                  <a:pt x="156510" y="215041"/>
                </a:moveTo>
                <a:cubicBezTo>
                  <a:pt x="151396" y="208949"/>
                  <a:pt x="149671" y="202465"/>
                  <a:pt x="147902" y="195715"/>
                </a:cubicBezTo>
              </a:path>
            </a:pathLst>
          </a:custGeom>
          <a:noFill/>
          <a:ln w="19050" cap="flat" cmpd="sng" algn="ctr">
            <a:solidFill>
              <a:srgbClr val="FFE07D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65330650">
                  <a:prstGeom prst="cloudCallout">
                    <a:avLst>
                      <a:gd name="adj1" fmla="val -40522"/>
                      <a:gd name="adj2" fmla="val 86251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Go to Slave 1</a:t>
            </a:r>
          </a:p>
        </p:txBody>
      </p:sp>
    </p:spTree>
    <p:extLst>
      <p:ext uri="{BB962C8B-B14F-4D97-AF65-F5344CB8AC3E}">
        <p14:creationId xmlns:p14="http://schemas.microsoft.com/office/powerpoint/2010/main" val="97361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-0.12292 2.59259E-6 C -0.178 2.59259E-6 -0.2457 -0.12315 -0.2457 -0.22408 L -0.2457 -0.45047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92" y="-225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AD36C9-3523-175A-792A-E73090EC2491}"/>
              </a:ext>
            </a:extLst>
          </p:cNvPr>
          <p:cNvGrpSpPr/>
          <p:nvPr/>
        </p:nvGrpSpPr>
        <p:grpSpPr>
          <a:xfrm>
            <a:off x="7127143" y="597293"/>
            <a:ext cx="1088464" cy="946795"/>
            <a:chOff x="9561157" y="5195706"/>
            <a:chExt cx="1088464" cy="94679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AEC518-343A-2D43-4EE7-1ADF734EB25A}"/>
                </a:ext>
              </a:extLst>
            </p:cNvPr>
            <p:cNvSpPr txBox="1"/>
            <p:nvPr/>
          </p:nvSpPr>
          <p:spPr>
            <a:xfrm>
              <a:off x="9561157" y="5834724"/>
              <a:ext cx="1088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2060"/>
                  </a:solidFill>
                </a:rPr>
                <a:t>Reducer</a:t>
              </a:r>
              <a:endParaRPr lang="en-US" sz="1200" b="1" dirty="0">
                <a:solidFill>
                  <a:srgbClr val="002060"/>
                </a:solidFill>
              </a:endParaRPr>
            </a:p>
          </p:txBody>
        </p:sp>
        <p:pic>
          <p:nvPicPr>
            <p:cNvPr id="15" name="Picture 14" descr="A picture containing circle, graphics, gear, design&#10;&#10;Description automatically generated">
              <a:extLst>
                <a:ext uri="{FF2B5EF4-FFF2-40B4-BE49-F238E27FC236}">
                  <a16:creationId xmlns:a16="http://schemas.microsoft.com/office/drawing/2014/main" id="{4D76260E-6706-EA79-AAEC-A041E5ECA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5389" y="5195706"/>
              <a:ext cx="720000" cy="720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403C696-ACA9-4F81-3489-F1C36C0B93F1}"/>
              </a:ext>
            </a:extLst>
          </p:cNvPr>
          <p:cNvSpPr/>
          <p:nvPr/>
        </p:nvSpPr>
        <p:spPr>
          <a:xfrm>
            <a:off x="7667524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59001-3C8F-B398-48D0-4EA7333A7273}"/>
              </a:ext>
            </a:extLst>
          </p:cNvPr>
          <p:cNvSpPr/>
          <p:nvPr/>
        </p:nvSpPr>
        <p:spPr>
          <a:xfrm>
            <a:off x="5771277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08F1E-2C0F-88F4-EB82-86F4566F5A99}"/>
              </a:ext>
            </a:extLst>
          </p:cNvPr>
          <p:cNvSpPr/>
          <p:nvPr/>
        </p:nvSpPr>
        <p:spPr>
          <a:xfrm>
            <a:off x="3830600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63999C-60F0-230B-A4B0-5063A9DEA15B}"/>
              </a:ext>
            </a:extLst>
          </p:cNvPr>
          <p:cNvSpPr/>
          <p:nvPr/>
        </p:nvSpPr>
        <p:spPr>
          <a:xfrm>
            <a:off x="1904175" y="536257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8B983-3041-BB56-93F4-5D656FC76513}"/>
              </a:ext>
            </a:extLst>
          </p:cNvPr>
          <p:cNvCxnSpPr>
            <a:cxnSpLocks/>
            <a:stCxn id="35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172C7987-DE45-CF94-0C1D-8D4AD224F6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993ED-4516-B472-11CE-5902067006F0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52898646-DB39-1AD3-D7E3-4FA307D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E00ED3-C597-F4A2-E8DB-3CD16E191427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7D4B6F4-2970-CA81-680A-F28F670661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pic>
        <p:nvPicPr>
          <p:cNvPr id="7" name="Picture 6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53EA86B4-EDED-3944-97EC-97F42E5CA8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pic>
        <p:nvPicPr>
          <p:cNvPr id="8" name="Picture 7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F4A5D876-1474-20DF-B52E-B43FBA1713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A4539076-8974-00E6-50B6-5964B5A9B7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pic>
        <p:nvPicPr>
          <p:cNvPr id="20" name="Picture 19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D5F320B7-C359-0494-3FE1-DFB485EC18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44730F4-5235-20CF-1D0A-E6DC7A38502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8C9F64-FAC4-FC7C-951B-54786E7436D7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6D87F-D9D0-4B1F-3900-3CA7D544B13D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085481-4E4D-0CCE-464B-E381B2739DA6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24282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42 0.02176 L 0.00442 0.02176 C 0.0039 0.03426 0.00507 0.04722 0.00286 0.05926 C -0.00052 0.07685 -0.028 0.10972 -0.03073 0.11342 C -0.04115 0.12616 -0.05131 0.14004 -0.06276 0.14954 C -0.09076 0.17199 -0.08516 0.16504 -0.10964 0.17731 C -0.12331 0.18379 -0.13659 0.19236 -0.15026 0.19815 C -0.16237 0.20301 -0.16055 0.20185 -0.1737 0.20926 C -0.17696 0.21088 -0.17995 0.21342 -0.18308 0.21481 C -0.1862 0.21574 -0.18933 0.21574 -0.19245 0.2162 C -0.20664 0.22106 -0.22097 0.22569 -0.23464 0.23426 C -0.25013 0.24352 -0.26537 0.2537 -0.28073 0.26342 C -0.29141 0.26991 -0.29558 0.27129 -0.30729 0.28009 C -0.32227 0.29097 -0.32826 0.29606 -0.34323 0.30486 C -0.35404 0.31134 -0.36133 0.31458 -0.37214 0.31898 C -0.38334 0.32315 -0.3944 0.32847 -0.40573 0.33148 C -0.41836 0.33449 -0.44336 0.34004 -0.45651 0.34537 C -0.46211 0.34745 -0.46758 0.35046 -0.47292 0.3537 C -0.4849 0.36018 -0.4918 0.36227 -0.50104 0.37315 C -0.50326 0.37546 -0.50521 0.3787 -0.50729 0.38148 C -0.50951 0.39907 -0.51016 0.39792 -0.50729 0.42176 C -0.5069 0.42569 -0.50521 0.42917 -0.50417 0.43287 C -0.50469 0.44352 -0.50378 0.45463 -0.50573 0.46481 C -0.5069 0.47037 -0.51094 0.47222 -0.51276 0.47731 C -0.51407 0.48055 -0.51524 0.48379 -0.51667 0.48704 C -0.51745 0.48842 -0.51823 0.48981 -0.51901 0.4912 C -0.52006 0.49653 -0.51979 0.49375 -0.51979 0.4993 " pathEditMode="relative" ptsTypes="AAAAAAAAAAA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8B983-3041-BB56-93F4-5D656FC76513}"/>
              </a:ext>
            </a:extLst>
          </p:cNvPr>
          <p:cNvCxnSpPr>
            <a:cxnSpLocks/>
            <a:stCxn id="35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172C7987-DE45-CF94-0C1D-8D4AD224F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993ED-4516-B472-11CE-5902067006F0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52898646-DB39-1AD3-D7E3-4FA307D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E00ED3-C597-F4A2-E8DB-3CD16E191427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7D4B6F4-2970-CA81-680A-F28F67066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pic>
        <p:nvPicPr>
          <p:cNvPr id="7" name="Picture 6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53EA86B4-EDED-3944-97EC-97F42E5CA8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pic>
        <p:nvPicPr>
          <p:cNvPr id="8" name="Picture 7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F4A5D876-1474-20DF-B52E-B43FBA1713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A4539076-8974-00E6-50B6-5964B5A9B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pic>
        <p:nvPicPr>
          <p:cNvPr id="20" name="Picture 19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D5F320B7-C359-0494-3FE1-DFB485EC18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44730F4-5235-20CF-1D0A-E6DC7A38502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8C9F64-FAC4-FC7C-951B-54786E7436D7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6D87F-D9D0-4B1F-3900-3CA7D544B13D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085481-4E4D-0CCE-464B-E381B2739DA6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5" name="Picture 4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7D388F92-8092-12A2-3A91-EF40D718CBD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022378" y="4150756"/>
            <a:ext cx="720000" cy="419963"/>
          </a:xfrm>
          <a:prstGeom prst="rect">
            <a:avLst/>
          </a:prstGeom>
        </p:spPr>
      </p:pic>
      <p:pic>
        <p:nvPicPr>
          <p:cNvPr id="6" name="Picture 5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C0B61F9-0010-863E-2883-8C56EF5C1C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378" y="4534236"/>
            <a:ext cx="414000" cy="414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F85AB2F-9A12-21F3-1085-0115C23E7B27}"/>
              </a:ext>
            </a:extLst>
          </p:cNvPr>
          <p:cNvGrpSpPr/>
          <p:nvPr/>
        </p:nvGrpSpPr>
        <p:grpSpPr>
          <a:xfrm>
            <a:off x="1678138" y="5229278"/>
            <a:ext cx="1288800" cy="1389600"/>
            <a:chOff x="414731" y="4191053"/>
            <a:chExt cx="1337925" cy="15201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36370E-4ADB-1EBF-E83F-1A1FF3872313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47" name="Picture 4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FCEBCCE-49B0-3B12-B55A-9E2310E933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48" name="Picture 4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30959EF-1901-6AA9-E861-49E79ABAD9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A43BD76-5774-AB2F-87F2-E8F7B53ABEE7}"/>
                </a:ext>
              </a:extLst>
            </p:cNvPr>
            <p:cNvSpPr txBox="1"/>
            <p:nvPr/>
          </p:nvSpPr>
          <p:spPr>
            <a:xfrm>
              <a:off x="669231" y="446117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AC470F-552C-E8FC-1321-BCD954EE58A7}"/>
                </a:ext>
              </a:extLst>
            </p:cNvPr>
            <p:cNvSpPr txBox="1"/>
            <p:nvPr/>
          </p:nvSpPr>
          <p:spPr>
            <a:xfrm>
              <a:off x="680452" y="4778056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CB5BDE0-E7F7-2158-E903-B23ACB65BADF}"/>
                </a:ext>
              </a:extLst>
            </p:cNvPr>
            <p:cNvSpPr txBox="1"/>
            <p:nvPr/>
          </p:nvSpPr>
          <p:spPr>
            <a:xfrm>
              <a:off x="676445" y="5090140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5740FA6-967A-6C8E-9E8F-B7C567A8D3CB}"/>
                </a:ext>
              </a:extLst>
            </p:cNvPr>
            <p:cNvSpPr txBox="1"/>
            <p:nvPr/>
          </p:nvSpPr>
          <p:spPr>
            <a:xfrm>
              <a:off x="666827" y="5381745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ACA6D3-5A9D-FD69-E241-6BF647ADCEF2}"/>
                </a:ext>
              </a:extLst>
            </p:cNvPr>
            <p:cNvSpPr txBox="1"/>
            <p:nvPr/>
          </p:nvSpPr>
          <p:spPr>
            <a:xfrm>
              <a:off x="1041781" y="450058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15861F6-6F87-564E-D748-A37CA900927C}"/>
                </a:ext>
              </a:extLst>
            </p:cNvPr>
            <p:cNvSpPr txBox="1"/>
            <p:nvPr/>
          </p:nvSpPr>
          <p:spPr>
            <a:xfrm>
              <a:off x="1041781" y="482422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253EB99-92B0-7671-53C4-E663F39D5183}"/>
                </a:ext>
              </a:extLst>
            </p:cNvPr>
            <p:cNvSpPr txBox="1"/>
            <p:nvPr/>
          </p:nvSpPr>
          <p:spPr>
            <a:xfrm>
              <a:off x="1041781" y="512611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BA47E8E-B8B1-9521-D63A-6EE27F917AF9}"/>
                </a:ext>
              </a:extLst>
            </p:cNvPr>
            <p:cNvSpPr txBox="1"/>
            <p:nvPr/>
          </p:nvSpPr>
          <p:spPr>
            <a:xfrm>
              <a:off x="1041781" y="541075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F41F757-7245-5935-711D-F498B18BFC76}"/>
              </a:ext>
            </a:extLst>
          </p:cNvPr>
          <p:cNvGrpSpPr/>
          <p:nvPr/>
        </p:nvGrpSpPr>
        <p:grpSpPr>
          <a:xfrm>
            <a:off x="3668013" y="5229278"/>
            <a:ext cx="1288800" cy="1389600"/>
            <a:chOff x="7932112" y="1485450"/>
            <a:chExt cx="1337925" cy="152013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878662A-1199-4AD2-1F0F-067635149009}"/>
                </a:ext>
              </a:extLst>
            </p:cNvPr>
            <p:cNvGrpSpPr/>
            <p:nvPr/>
          </p:nvGrpSpPr>
          <p:grpSpPr>
            <a:xfrm>
              <a:off x="7932112" y="1485450"/>
              <a:ext cx="1337925" cy="1520136"/>
              <a:chOff x="6671244" y="138111"/>
              <a:chExt cx="4877481" cy="5541742"/>
            </a:xfrm>
          </p:grpSpPr>
          <p:pic>
            <p:nvPicPr>
              <p:cNvPr id="64" name="Picture 6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2917303-88C2-554F-5CD7-CAE10AB52F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65" name="Picture 6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510DDDB-9126-C9FE-BF57-E2443FE818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069A6BF-9F59-EFED-5BCD-D1762897A53E}"/>
                </a:ext>
              </a:extLst>
            </p:cNvPr>
            <p:cNvSpPr txBox="1"/>
            <p:nvPr/>
          </p:nvSpPr>
          <p:spPr>
            <a:xfrm>
              <a:off x="8186612" y="1755571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5C28BDE-43DF-FDBB-FD8F-66C1575D278B}"/>
                </a:ext>
              </a:extLst>
            </p:cNvPr>
            <p:cNvSpPr txBox="1"/>
            <p:nvPr/>
          </p:nvSpPr>
          <p:spPr>
            <a:xfrm>
              <a:off x="8197833" y="2072453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55031A9-85EA-E78B-3F91-F31A2C6EBAD4}"/>
                </a:ext>
              </a:extLst>
            </p:cNvPr>
            <p:cNvSpPr txBox="1"/>
            <p:nvPr/>
          </p:nvSpPr>
          <p:spPr>
            <a:xfrm>
              <a:off x="8193826" y="2384537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AE1FD63-776C-D12A-B8CF-14667E1EC300}"/>
                </a:ext>
              </a:extLst>
            </p:cNvPr>
            <p:cNvSpPr txBox="1"/>
            <p:nvPr/>
          </p:nvSpPr>
          <p:spPr>
            <a:xfrm>
              <a:off x="8184208" y="2676142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B53A9CE-5963-3414-1D1B-4B5CBF73C4A4}"/>
                </a:ext>
              </a:extLst>
            </p:cNvPr>
            <p:cNvSpPr txBox="1"/>
            <p:nvPr/>
          </p:nvSpPr>
          <p:spPr>
            <a:xfrm>
              <a:off x="8559162" y="1794986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4793A0B-6AAD-DDF4-DF92-9D1E501EC245}"/>
                </a:ext>
              </a:extLst>
            </p:cNvPr>
            <p:cNvSpPr txBox="1"/>
            <p:nvPr/>
          </p:nvSpPr>
          <p:spPr>
            <a:xfrm>
              <a:off x="8559162" y="211861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ADA9696-A298-02A3-D2EA-D45561A96143}"/>
                </a:ext>
              </a:extLst>
            </p:cNvPr>
            <p:cNvSpPr txBox="1"/>
            <p:nvPr/>
          </p:nvSpPr>
          <p:spPr>
            <a:xfrm>
              <a:off x="8559162" y="242051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B86E675-9243-E501-9345-DF8F73D17009}"/>
                </a:ext>
              </a:extLst>
            </p:cNvPr>
            <p:cNvSpPr txBox="1"/>
            <p:nvPr/>
          </p:nvSpPr>
          <p:spPr>
            <a:xfrm>
              <a:off x="8559162" y="2705155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3B9B3CD-BF5D-EF81-7A4A-F98D18E40B9F}"/>
              </a:ext>
            </a:extLst>
          </p:cNvPr>
          <p:cNvGrpSpPr/>
          <p:nvPr/>
        </p:nvGrpSpPr>
        <p:grpSpPr>
          <a:xfrm>
            <a:off x="5599919" y="5205715"/>
            <a:ext cx="1288800" cy="1389600"/>
            <a:chOff x="10118099" y="1504743"/>
            <a:chExt cx="1337925" cy="1520136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3C46533-7762-87A9-33A4-A2FCCB0255DE}"/>
                </a:ext>
              </a:extLst>
            </p:cNvPr>
            <p:cNvGrpSpPr/>
            <p:nvPr/>
          </p:nvGrpSpPr>
          <p:grpSpPr>
            <a:xfrm>
              <a:off x="10118099" y="1504743"/>
              <a:ext cx="1337925" cy="1520136"/>
              <a:chOff x="6671244" y="138111"/>
              <a:chExt cx="4877481" cy="5541742"/>
            </a:xfrm>
          </p:grpSpPr>
          <p:pic>
            <p:nvPicPr>
              <p:cNvPr id="76" name="Picture 7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D9A58020-75A4-B29E-7C46-D08C7D83F9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77" name="Picture 7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B2F0FBB2-B2BA-8FDC-BE2F-0DDFEC3CD9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769F659-E927-CAE6-FA86-2D60C2D6534E}"/>
                </a:ext>
              </a:extLst>
            </p:cNvPr>
            <p:cNvSpPr txBox="1"/>
            <p:nvPr/>
          </p:nvSpPr>
          <p:spPr>
            <a:xfrm>
              <a:off x="10372599" y="1774864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F56D835-D700-7751-9969-5677234EDCE7}"/>
                </a:ext>
              </a:extLst>
            </p:cNvPr>
            <p:cNvSpPr txBox="1"/>
            <p:nvPr/>
          </p:nvSpPr>
          <p:spPr>
            <a:xfrm>
              <a:off x="10383820" y="2091746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AE388E1-027D-1D13-6C4D-668D0959378F}"/>
                </a:ext>
              </a:extLst>
            </p:cNvPr>
            <p:cNvSpPr txBox="1"/>
            <p:nvPr/>
          </p:nvSpPr>
          <p:spPr>
            <a:xfrm>
              <a:off x="10379813" y="2403830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8CFFBF0-76A1-09DA-BFC4-C37C7EBD342C}"/>
                </a:ext>
              </a:extLst>
            </p:cNvPr>
            <p:cNvSpPr txBox="1"/>
            <p:nvPr/>
          </p:nvSpPr>
          <p:spPr>
            <a:xfrm>
              <a:off x="10370195" y="2695435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A2346B4-9951-484D-0B32-DC2C153C7DBF}"/>
                </a:ext>
              </a:extLst>
            </p:cNvPr>
            <p:cNvSpPr txBox="1"/>
            <p:nvPr/>
          </p:nvSpPr>
          <p:spPr>
            <a:xfrm>
              <a:off x="10745149" y="181427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076F3BD-2597-45AB-BD98-1A023287F350}"/>
                </a:ext>
              </a:extLst>
            </p:cNvPr>
            <p:cNvSpPr txBox="1"/>
            <p:nvPr/>
          </p:nvSpPr>
          <p:spPr>
            <a:xfrm>
              <a:off x="10745149" y="2137912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0822040-CA22-A0DE-9C19-FE473A4C65EC}"/>
                </a:ext>
              </a:extLst>
            </p:cNvPr>
            <p:cNvSpPr txBox="1"/>
            <p:nvPr/>
          </p:nvSpPr>
          <p:spPr>
            <a:xfrm>
              <a:off x="10745149" y="2439807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314FF20-348D-74FD-6596-8366A692A293}"/>
                </a:ext>
              </a:extLst>
            </p:cNvPr>
            <p:cNvSpPr txBox="1"/>
            <p:nvPr/>
          </p:nvSpPr>
          <p:spPr>
            <a:xfrm>
              <a:off x="10745149" y="2724448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89DBFC-B1E4-A503-CEE8-40DF6A916F3F}"/>
              </a:ext>
            </a:extLst>
          </p:cNvPr>
          <p:cNvGrpSpPr/>
          <p:nvPr/>
        </p:nvGrpSpPr>
        <p:grpSpPr>
          <a:xfrm>
            <a:off x="7493810" y="5239882"/>
            <a:ext cx="1288800" cy="1389600"/>
            <a:chOff x="10496494" y="5041105"/>
            <a:chExt cx="1337925" cy="1520136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283ADCD-1896-76DF-D638-A376EA3599B2}"/>
                </a:ext>
              </a:extLst>
            </p:cNvPr>
            <p:cNvGrpSpPr/>
            <p:nvPr/>
          </p:nvGrpSpPr>
          <p:grpSpPr>
            <a:xfrm>
              <a:off x="10496494" y="5041105"/>
              <a:ext cx="1337925" cy="1520136"/>
              <a:chOff x="6671244" y="138111"/>
              <a:chExt cx="4877481" cy="5541742"/>
            </a:xfrm>
          </p:grpSpPr>
          <p:pic>
            <p:nvPicPr>
              <p:cNvPr id="88" name="Picture 87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CC5F3D4D-CDCA-1846-AF21-FE6ADA2FB9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89" name="Picture 88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73151826-7A5A-B56C-3788-3DC393778E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649587D-FCA1-9895-7D65-BE6BA2AE6D1F}"/>
                </a:ext>
              </a:extLst>
            </p:cNvPr>
            <p:cNvSpPr txBox="1"/>
            <p:nvPr/>
          </p:nvSpPr>
          <p:spPr>
            <a:xfrm>
              <a:off x="10750994" y="5311226"/>
              <a:ext cx="30168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A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D69845C-9D58-10A2-E28D-A1957DBE87C2}"/>
                </a:ext>
              </a:extLst>
            </p:cNvPr>
            <p:cNvSpPr txBox="1"/>
            <p:nvPr/>
          </p:nvSpPr>
          <p:spPr>
            <a:xfrm>
              <a:off x="10762215" y="5628108"/>
              <a:ext cx="27924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T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54AF3F4-2D3D-8FCB-39DC-29B15BE04CC7}"/>
                </a:ext>
              </a:extLst>
            </p:cNvPr>
            <p:cNvSpPr txBox="1"/>
            <p:nvPr/>
          </p:nvSpPr>
          <p:spPr>
            <a:xfrm>
              <a:off x="10758208" y="5940192"/>
              <a:ext cx="28725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C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9904176-9DCD-A635-A05B-4E4BB88723C1}"/>
                </a:ext>
              </a:extLst>
            </p:cNvPr>
            <p:cNvSpPr txBox="1"/>
            <p:nvPr/>
          </p:nvSpPr>
          <p:spPr>
            <a:xfrm>
              <a:off x="10748590" y="6231797"/>
              <a:ext cx="3064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/>
                <a:t>G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0A1EF6C-DBB2-909D-DA0F-95EDE8ABCF8E}"/>
                </a:ext>
              </a:extLst>
            </p:cNvPr>
            <p:cNvSpPr txBox="1"/>
            <p:nvPr/>
          </p:nvSpPr>
          <p:spPr>
            <a:xfrm>
              <a:off x="11123544" y="5350641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42F7EE8-43EA-8FCB-DF74-8005B9B41CA5}"/>
                </a:ext>
              </a:extLst>
            </p:cNvPr>
            <p:cNvSpPr txBox="1"/>
            <p:nvPr/>
          </p:nvSpPr>
          <p:spPr>
            <a:xfrm>
              <a:off x="11123544" y="5674274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C608F24-E8B3-D58C-8943-50DABF248207}"/>
                </a:ext>
              </a:extLst>
            </p:cNvPr>
            <p:cNvSpPr txBox="1"/>
            <p:nvPr/>
          </p:nvSpPr>
          <p:spPr>
            <a:xfrm>
              <a:off x="11123544" y="5976169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C8FAC5C-0A28-66C9-1228-81BE0856E99C}"/>
                </a:ext>
              </a:extLst>
            </p:cNvPr>
            <p:cNvSpPr txBox="1"/>
            <p:nvPr/>
          </p:nvSpPr>
          <p:spPr>
            <a:xfrm>
              <a:off x="11123544" y="6260810"/>
              <a:ext cx="420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37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8B983-3041-BB56-93F4-5D656FC76513}"/>
              </a:ext>
            </a:extLst>
          </p:cNvPr>
          <p:cNvCxnSpPr>
            <a:cxnSpLocks/>
            <a:stCxn id="35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172C7987-DE45-CF94-0C1D-8D4AD224F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993ED-4516-B472-11CE-5902067006F0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52898646-DB39-1AD3-D7E3-4FA307D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E00ED3-C597-F4A2-E8DB-3CD16E191427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7D4B6F4-2970-CA81-680A-F28F67066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pic>
        <p:nvPicPr>
          <p:cNvPr id="7" name="Picture 6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53EA86B4-EDED-3944-97EC-97F42E5CA8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pic>
        <p:nvPicPr>
          <p:cNvPr id="8" name="Picture 7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F4A5D876-1474-20DF-B52E-B43FBA1713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A4539076-8974-00E6-50B6-5964B5A9B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pic>
        <p:nvPicPr>
          <p:cNvPr id="20" name="Picture 19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D5F320B7-C359-0494-3FE1-DFB485EC18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44730F4-5235-20CF-1D0A-E6DC7A38502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8C9F64-FAC4-FC7C-951B-54786E7436D7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6D87F-D9D0-4B1F-3900-3CA7D544B13D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085481-4E4D-0CCE-464B-E381B2739DA6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5" name="Picture 4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7D388F92-8092-12A2-3A91-EF40D718CBD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146227" y="4027912"/>
            <a:ext cx="625423" cy="364798"/>
          </a:xfrm>
          <a:prstGeom prst="rect">
            <a:avLst/>
          </a:prstGeom>
        </p:spPr>
      </p:pic>
      <p:pic>
        <p:nvPicPr>
          <p:cNvPr id="6" name="Picture 5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C0B61F9-0010-863E-2883-8C56EF5C1C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4" y="4364959"/>
            <a:ext cx="359618" cy="35961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6C5977-6350-F9E6-5D23-DD7F2B9C5254}"/>
              </a:ext>
            </a:extLst>
          </p:cNvPr>
          <p:cNvGrpSpPr/>
          <p:nvPr/>
        </p:nvGrpSpPr>
        <p:grpSpPr>
          <a:xfrm>
            <a:off x="1876414" y="5279082"/>
            <a:ext cx="804874" cy="784049"/>
            <a:chOff x="414731" y="4191053"/>
            <a:chExt cx="1337925" cy="158590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9DF576A-FC87-A405-A2AD-39D094E010B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93" name="Picture 9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CF546D9-384B-E159-9D09-37A4351970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94" name="Picture 9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2A4AA-C198-5735-4DBD-FAD7F179A1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BCFC23-E4D1-6560-D064-0F75F373AB9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928816-0323-B1FD-FF54-87692E289E4E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301A2C-717B-0A70-D951-56C0894CCFE2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FCA2DFD-EE09-4941-3417-BE34F79E521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7CCBB25-C013-3118-09A1-25C8FA1F5D4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BA0886C-A87E-C98D-C569-351C0B7430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D67A562-1856-B60A-BD21-75CCE3FBD1BD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6B9AA8-287D-3F72-3617-675738E62AB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C7566D7-F2A5-1844-0F4A-E74ED9ABA58A}"/>
              </a:ext>
            </a:extLst>
          </p:cNvPr>
          <p:cNvGrpSpPr/>
          <p:nvPr/>
        </p:nvGrpSpPr>
        <p:grpSpPr>
          <a:xfrm>
            <a:off x="3825023" y="5279082"/>
            <a:ext cx="804874" cy="784049"/>
            <a:chOff x="414731" y="4191053"/>
            <a:chExt cx="1337925" cy="1585909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2A855734-643A-1FAC-08A3-049773B6E21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5" name="Picture 10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F95CD15-1764-CEC1-683B-23E43BCC43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6" name="Picture 10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FFFF4B5-877D-B9CB-A73E-1A5767C797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A601BCE-3794-DE23-74BD-00C1259A38B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2A72B81-DC0F-9A35-2A33-0E9B19D8D6A2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8C9717-0BE6-A72D-90F1-EE3BE4AE6F34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AC4DA2B-AC62-05E2-8173-78EB7805051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F1E0DDB-AC66-07D3-1D1A-F6E91E20BB4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0BCE3BA-9433-894A-DC12-8DE90CF23FD2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29A8C1F-5726-A319-72F3-C946C5E03D6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4DEFC24-DC1F-EEC6-445B-62BC996E7639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5957EC2-A02A-AAA5-2F49-834FDC9FE035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F42AA74-AE7A-3B65-A5DB-CDD69F82F12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7" name="Picture 11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94B1A90-E855-FB10-7A5F-538FAAB90B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8" name="Picture 11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7D866A0-1313-5214-7C66-DD8E752CA9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2AFE5C5-8CCD-FFF5-1701-7BFCE214141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5AC8EEA-8B7D-B01E-66C5-783EFC2DBA4A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909B123-9601-714B-9CF7-6A9E18309051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F6220BE-A4D0-E5D1-FB01-D6BA394E6CF5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1FC8B97-063C-72B7-6C50-892BE4D8DAC7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17D4888-420A-4AD1-BA6F-B5D8B2BB7616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FC1D3DB-8FEC-0C58-771B-1B55906A9410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34D8657-B5FC-7238-BC4B-9D1D42F724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B035108-A85D-D20F-B2E4-65483C26B582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810B890-D5C1-A894-E44F-15772683281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9" name="Picture 12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005717E-4E0C-8347-7DD0-C3A5E8B170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30" name="Picture 12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DB7136B-F8E1-672E-A749-611D5CC138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F62E9EC-6490-26A4-97B8-4ED8B879542A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BB0229D-9885-C126-AD58-A0B055F9D9C1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677CEBC-6896-6D1C-D74A-AD399F9B2A2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D01AD75-FE1C-B49A-C443-1D25CF7F776C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BED38C6-B4B9-34D6-A10B-CC4E5609F91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FC8D868-67A4-9D30-612C-91791EE5007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95FC607-7C04-EC7D-C18D-25EF6448389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7705F3D-667E-3797-2994-7E9735BFA95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991A6D3-9EA7-2E62-2CC7-C67BE17FD2C8}"/>
              </a:ext>
            </a:extLst>
          </p:cNvPr>
          <p:cNvGrpSpPr/>
          <p:nvPr/>
        </p:nvGrpSpPr>
        <p:grpSpPr>
          <a:xfrm>
            <a:off x="1242174" y="4763858"/>
            <a:ext cx="720000" cy="701738"/>
            <a:chOff x="8367409" y="1980699"/>
            <a:chExt cx="877052" cy="907941"/>
          </a:xfrm>
        </p:grpSpPr>
        <p:pic>
          <p:nvPicPr>
            <p:cNvPr id="132" name="Picture 13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203DBF75-D637-2BF1-0D1B-AD79C8070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170D3D0-21E1-6C97-14ED-5585B9FB5125}"/>
                </a:ext>
              </a:extLst>
            </p:cNvPr>
            <p:cNvSpPr txBox="1"/>
            <p:nvPr/>
          </p:nvSpPr>
          <p:spPr>
            <a:xfrm>
              <a:off x="8666677" y="2450603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5EAC1C3-D707-6FA5-5135-F7FB9F135986}"/>
              </a:ext>
            </a:extLst>
          </p:cNvPr>
          <p:cNvGrpSpPr/>
          <p:nvPr/>
        </p:nvGrpSpPr>
        <p:grpSpPr>
          <a:xfrm>
            <a:off x="3237548" y="4812867"/>
            <a:ext cx="720000" cy="701738"/>
            <a:chOff x="9000373" y="1872114"/>
            <a:chExt cx="877052" cy="907941"/>
          </a:xfrm>
        </p:grpSpPr>
        <p:pic>
          <p:nvPicPr>
            <p:cNvPr id="135" name="Picture 134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530BAC4F-138B-BA86-4085-C30ECFBE7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8F088CF-AA25-0A87-FEBE-E77872E49827}"/>
                </a:ext>
              </a:extLst>
            </p:cNvPr>
            <p:cNvSpPr txBox="1"/>
            <p:nvPr/>
          </p:nvSpPr>
          <p:spPr>
            <a:xfrm>
              <a:off x="9299641" y="2342018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7B19E5-0BD6-FFB9-A226-062CC8EE168A}"/>
              </a:ext>
            </a:extLst>
          </p:cNvPr>
          <p:cNvGrpSpPr/>
          <p:nvPr/>
        </p:nvGrpSpPr>
        <p:grpSpPr>
          <a:xfrm>
            <a:off x="5176470" y="4822666"/>
            <a:ext cx="720000" cy="701738"/>
            <a:chOff x="7667974" y="1880434"/>
            <a:chExt cx="877052" cy="907941"/>
          </a:xfrm>
        </p:grpSpPr>
        <p:pic>
          <p:nvPicPr>
            <p:cNvPr id="138" name="Picture 137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DE527AFF-3236-ADB0-3EB1-26F21C7F7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4" y="1880434"/>
              <a:ext cx="877052" cy="877052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260562E-A494-19BA-5DCD-C3057BA432FA}"/>
                </a:ext>
              </a:extLst>
            </p:cNvPr>
            <p:cNvSpPr txBox="1"/>
            <p:nvPr/>
          </p:nvSpPr>
          <p:spPr>
            <a:xfrm>
              <a:off x="7967242" y="2350338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7BADCBA-253C-A47C-CE95-E13C971A839B}"/>
              </a:ext>
            </a:extLst>
          </p:cNvPr>
          <p:cNvGrpSpPr/>
          <p:nvPr/>
        </p:nvGrpSpPr>
        <p:grpSpPr>
          <a:xfrm>
            <a:off x="7113483" y="4852222"/>
            <a:ext cx="720000" cy="701738"/>
            <a:chOff x="9212303" y="2181565"/>
            <a:chExt cx="877052" cy="907941"/>
          </a:xfrm>
        </p:grpSpPr>
        <p:pic>
          <p:nvPicPr>
            <p:cNvPr id="141" name="Picture 140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0BB17A2E-908F-53FA-9EAB-08B98AFEA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D90692D-C37D-0B56-D4D2-3F52F94C9750}"/>
                </a:ext>
              </a:extLst>
            </p:cNvPr>
            <p:cNvSpPr txBox="1"/>
            <p:nvPr/>
          </p:nvSpPr>
          <p:spPr>
            <a:xfrm>
              <a:off x="9511571" y="2651469"/>
              <a:ext cx="278514" cy="43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144" name="Picture 143" descr="A white face with two eyes and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12AA042E-BAC1-9B89-ACCB-CB8BBEF335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707" y="388407"/>
            <a:ext cx="1280586" cy="1280586"/>
          </a:xfrm>
          <a:prstGeom prst="rect">
            <a:avLst/>
          </a:prstGeom>
        </p:spPr>
      </p:pic>
      <p:sp>
        <p:nvSpPr>
          <p:cNvPr id="145" name="Thought Bubble: Cloud 144">
            <a:extLst>
              <a:ext uri="{FF2B5EF4-FFF2-40B4-BE49-F238E27FC236}">
                <a16:creationId xmlns:a16="http://schemas.microsoft.com/office/drawing/2014/main" id="{C6223045-A003-9468-9C5F-451B7CE2E7AB}"/>
              </a:ext>
            </a:extLst>
          </p:cNvPr>
          <p:cNvSpPr/>
          <p:nvPr/>
        </p:nvSpPr>
        <p:spPr>
          <a:xfrm>
            <a:off x="6589163" y="1912460"/>
            <a:ext cx="1687468" cy="892625"/>
          </a:xfrm>
          <a:prstGeom prst="cloudCallout">
            <a:avLst>
              <a:gd name="adj1" fmla="val -76164"/>
              <a:gd name="adj2" fmla="val -63492"/>
            </a:avLst>
          </a:prstGeom>
          <a:noFill/>
          <a:ln w="9525" cap="flat" cmpd="sng" algn="ctr">
            <a:solidFill>
              <a:srgbClr val="4184A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4184A9"/>
                </a:solidFill>
              </a:rPr>
              <a:t>Get All IPs Successfully ☺</a:t>
            </a:r>
          </a:p>
        </p:txBody>
      </p:sp>
    </p:spTree>
    <p:extLst>
      <p:ext uri="{BB962C8B-B14F-4D97-AF65-F5344CB8AC3E}">
        <p14:creationId xmlns:p14="http://schemas.microsoft.com/office/powerpoint/2010/main" val="362645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33333E-6 L 0.46198 -0.6481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99" y="-3240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2.08333E-6 7.40741E-7 L 0.36172 -0.6553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86" y="-327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54167E-6 1.85185E-6 L 0.13828 -0.5425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4" y="-2713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6.25E-7 3.7037E-6 L 0.04193 -0.5469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96" y="-2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041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8B983-3041-BB56-93F4-5D656FC76513}"/>
              </a:ext>
            </a:extLst>
          </p:cNvPr>
          <p:cNvCxnSpPr>
            <a:cxnSpLocks/>
            <a:stCxn id="35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172C7987-DE45-CF94-0C1D-8D4AD224F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993ED-4516-B472-11CE-5902067006F0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52898646-DB39-1AD3-D7E3-4FA307D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E00ED3-C597-F4A2-E8DB-3CD16E191427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7D4B6F4-2970-CA81-680A-F28F67066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pic>
        <p:nvPicPr>
          <p:cNvPr id="7" name="Picture 6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53EA86B4-EDED-3944-97EC-97F42E5CA8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pic>
        <p:nvPicPr>
          <p:cNvPr id="8" name="Picture 7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F4A5D876-1474-20DF-B52E-B43FBA1713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A4539076-8974-00E6-50B6-5964B5A9B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pic>
        <p:nvPicPr>
          <p:cNvPr id="20" name="Picture 19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D5F320B7-C359-0494-3FE1-DFB485EC18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44730F4-5235-20CF-1D0A-E6DC7A38502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8C9F64-FAC4-FC7C-951B-54786E7436D7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6D87F-D9D0-4B1F-3900-3CA7D544B13D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085481-4E4D-0CCE-464B-E381B2739DA6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5" name="Picture 4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7D388F92-8092-12A2-3A91-EF40D718CBD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146227" y="4027912"/>
            <a:ext cx="625423" cy="364798"/>
          </a:xfrm>
          <a:prstGeom prst="rect">
            <a:avLst/>
          </a:prstGeom>
        </p:spPr>
      </p:pic>
      <p:pic>
        <p:nvPicPr>
          <p:cNvPr id="6" name="Picture 5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C0B61F9-0010-863E-2883-8C56EF5C1C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4" y="4364959"/>
            <a:ext cx="359618" cy="35961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6C5977-6350-F9E6-5D23-DD7F2B9C5254}"/>
              </a:ext>
            </a:extLst>
          </p:cNvPr>
          <p:cNvGrpSpPr/>
          <p:nvPr/>
        </p:nvGrpSpPr>
        <p:grpSpPr>
          <a:xfrm>
            <a:off x="1876414" y="5279082"/>
            <a:ext cx="804874" cy="784049"/>
            <a:chOff x="414731" y="4191053"/>
            <a:chExt cx="1337925" cy="158590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9DF576A-FC87-A405-A2AD-39D094E010B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93" name="Picture 9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CF546D9-384B-E159-9D09-37A4351970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94" name="Picture 9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2A4AA-C198-5735-4DBD-FAD7F179A1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BCFC23-E4D1-6560-D064-0F75F373AB9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928816-0323-B1FD-FF54-87692E289E4E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301A2C-717B-0A70-D951-56C0894CCFE2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FCA2DFD-EE09-4941-3417-BE34F79E521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7CCBB25-C013-3118-09A1-25C8FA1F5D4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BA0886C-A87E-C98D-C569-351C0B7430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D67A562-1856-B60A-BD21-75CCE3FBD1BD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6B9AA8-287D-3F72-3617-675738E62AB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C7566D7-F2A5-1844-0F4A-E74ED9ABA58A}"/>
              </a:ext>
            </a:extLst>
          </p:cNvPr>
          <p:cNvGrpSpPr/>
          <p:nvPr/>
        </p:nvGrpSpPr>
        <p:grpSpPr>
          <a:xfrm>
            <a:off x="3825023" y="5279082"/>
            <a:ext cx="804874" cy="784049"/>
            <a:chOff x="414731" y="4191053"/>
            <a:chExt cx="1337925" cy="1585909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2A855734-643A-1FAC-08A3-049773B6E21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5" name="Picture 10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F95CD15-1764-CEC1-683B-23E43BCC43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6" name="Picture 10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FFFF4B5-877D-B9CB-A73E-1A5767C797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A601BCE-3794-DE23-74BD-00C1259A38B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2A72B81-DC0F-9A35-2A33-0E9B19D8D6A2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8C9717-0BE6-A72D-90F1-EE3BE4AE6F34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AC4DA2B-AC62-05E2-8173-78EB7805051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F1E0DDB-AC66-07D3-1D1A-F6E91E20BB4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0BCE3BA-9433-894A-DC12-8DE90CF23FD2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29A8C1F-5726-A319-72F3-C946C5E03D6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4DEFC24-DC1F-EEC6-445B-62BC996E7639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5957EC2-A02A-AAA5-2F49-834FDC9FE035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F42AA74-AE7A-3B65-A5DB-CDD69F82F12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7" name="Picture 11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94B1A90-E855-FB10-7A5F-538FAAB90B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8" name="Picture 11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7D866A0-1313-5214-7C66-DD8E752CA9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2AFE5C5-8CCD-FFF5-1701-7BFCE214141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5AC8EEA-8B7D-B01E-66C5-783EFC2DBA4A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909B123-9601-714B-9CF7-6A9E18309051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F6220BE-A4D0-E5D1-FB01-D6BA394E6CF5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1FC8B97-063C-72B7-6C50-892BE4D8DAC7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17D4888-420A-4AD1-BA6F-B5D8B2BB7616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FC1D3DB-8FEC-0C58-771B-1B55906A9410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34D8657-B5FC-7238-BC4B-9D1D42F724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B035108-A85D-D20F-B2E4-65483C26B582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810B890-D5C1-A894-E44F-15772683281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9" name="Picture 12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005717E-4E0C-8347-7DD0-C3A5E8B170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30" name="Picture 12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DB7136B-F8E1-672E-A749-611D5CC138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F62E9EC-6490-26A4-97B8-4ED8B879542A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BB0229D-9885-C126-AD58-A0B055F9D9C1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677CEBC-6896-6D1C-D74A-AD399F9B2A2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D01AD75-FE1C-B49A-C443-1D25CF7F776C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BED38C6-B4B9-34D6-A10B-CC4E5609F91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FC8D868-67A4-9D30-612C-91791EE5007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95FC607-7C04-EC7D-C18D-25EF6448389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7705F3D-667E-3797-2994-7E9735BFA95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0ED9FC-7045-391F-5F7B-9D3B19BA2211}"/>
              </a:ext>
            </a:extLst>
          </p:cNvPr>
          <p:cNvGrpSpPr/>
          <p:nvPr/>
        </p:nvGrpSpPr>
        <p:grpSpPr>
          <a:xfrm>
            <a:off x="6929045" y="529284"/>
            <a:ext cx="536400" cy="507600"/>
            <a:chOff x="8367409" y="1980699"/>
            <a:chExt cx="877052" cy="877052"/>
          </a:xfrm>
        </p:grpSpPr>
        <p:pic>
          <p:nvPicPr>
            <p:cNvPr id="24" name="Picture 23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25920047-ABE1-3053-2F5F-1D680E4AE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378E05C-F8B1-0066-D14E-BBBEFB758E3C}"/>
                </a:ext>
              </a:extLst>
            </p:cNvPr>
            <p:cNvSpPr txBox="1"/>
            <p:nvPr/>
          </p:nvSpPr>
          <p:spPr>
            <a:xfrm>
              <a:off x="8679356" y="247609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55C64C-E312-803D-F04D-080C7117F196}"/>
              </a:ext>
            </a:extLst>
          </p:cNvPr>
          <p:cNvGrpSpPr/>
          <p:nvPr/>
        </p:nvGrpSpPr>
        <p:grpSpPr>
          <a:xfrm>
            <a:off x="7518325" y="529284"/>
            <a:ext cx="536400" cy="507600"/>
            <a:chOff x="9000373" y="1872114"/>
            <a:chExt cx="877052" cy="877052"/>
          </a:xfrm>
        </p:grpSpPr>
        <p:pic>
          <p:nvPicPr>
            <p:cNvPr id="38" name="Picture 37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36150CCC-1991-0244-520C-E29B20F27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373" y="1872114"/>
              <a:ext cx="877052" cy="87705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6C5793-142C-1E30-B912-73A844D67B73}"/>
                </a:ext>
              </a:extLst>
            </p:cNvPr>
            <p:cNvSpPr txBox="1"/>
            <p:nvPr/>
          </p:nvSpPr>
          <p:spPr>
            <a:xfrm>
              <a:off x="9299642" y="235285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3AF4FE4-7A31-89E7-57BB-CDD24FE0884A}"/>
              </a:ext>
            </a:extLst>
          </p:cNvPr>
          <p:cNvGrpSpPr/>
          <p:nvPr/>
        </p:nvGrpSpPr>
        <p:grpSpPr>
          <a:xfrm>
            <a:off x="6929045" y="1169364"/>
            <a:ext cx="536400" cy="507600"/>
            <a:chOff x="7667973" y="1880432"/>
            <a:chExt cx="877052" cy="877052"/>
          </a:xfrm>
        </p:grpSpPr>
        <p:pic>
          <p:nvPicPr>
            <p:cNvPr id="42" name="Picture 41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BDB9FABE-B85B-2879-20CA-B786FE875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973" y="1880432"/>
              <a:ext cx="877052" cy="877052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213C116-D90C-1DC0-94A1-F20B998E9EB4}"/>
                </a:ext>
              </a:extLst>
            </p:cNvPr>
            <p:cNvSpPr txBox="1"/>
            <p:nvPr/>
          </p:nvSpPr>
          <p:spPr>
            <a:xfrm>
              <a:off x="7967242" y="2364093"/>
              <a:ext cx="278513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49534E-4B52-AC3B-71F4-8587B9E40E92}"/>
              </a:ext>
            </a:extLst>
          </p:cNvPr>
          <p:cNvGrpSpPr/>
          <p:nvPr/>
        </p:nvGrpSpPr>
        <p:grpSpPr>
          <a:xfrm>
            <a:off x="7508165" y="1179524"/>
            <a:ext cx="536400" cy="507600"/>
            <a:chOff x="9212303" y="2181565"/>
            <a:chExt cx="877052" cy="877052"/>
          </a:xfrm>
        </p:grpSpPr>
        <p:pic>
          <p:nvPicPr>
            <p:cNvPr id="47" name="Picture 46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674E6683-EDA0-0236-AF13-B3F3298C1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2303" y="2181565"/>
              <a:ext cx="877052" cy="87705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2F979B6-2034-50C8-420C-4DF2332F4078}"/>
                </a:ext>
              </a:extLst>
            </p:cNvPr>
            <p:cNvSpPr txBox="1"/>
            <p:nvPr/>
          </p:nvSpPr>
          <p:spPr>
            <a:xfrm>
              <a:off x="9511572" y="2680073"/>
              <a:ext cx="278515" cy="3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50" name="Picture 49" descr="A blue emoji with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BCF52943-514B-4F43-A2AF-E1ABA17E241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42845" flipH="1">
            <a:off x="1146684" y="3465404"/>
            <a:ext cx="674957" cy="674957"/>
          </a:xfrm>
          <a:prstGeom prst="rect">
            <a:avLst/>
          </a:prstGeom>
        </p:spPr>
      </p:pic>
      <p:sp>
        <p:nvSpPr>
          <p:cNvPr id="52" name="Thought Bubble: Cloud 51">
            <a:extLst>
              <a:ext uri="{FF2B5EF4-FFF2-40B4-BE49-F238E27FC236}">
                <a16:creationId xmlns:a16="http://schemas.microsoft.com/office/drawing/2014/main" id="{D139360D-785A-1CED-C99C-08960004C73C}"/>
              </a:ext>
            </a:extLst>
          </p:cNvPr>
          <p:cNvSpPr/>
          <p:nvPr/>
        </p:nvSpPr>
        <p:spPr>
          <a:xfrm>
            <a:off x="2076953" y="3145649"/>
            <a:ext cx="1629438" cy="777465"/>
          </a:xfrm>
          <a:prstGeom prst="cloudCallout">
            <a:avLst>
              <a:gd name="adj1" fmla="val -65528"/>
              <a:gd name="adj2" fmla="val 10695"/>
            </a:avLst>
          </a:prstGeom>
          <a:noFill/>
          <a:ln w="9525" cap="flat" cmpd="sng" algn="ctr">
            <a:solidFill>
              <a:srgbClr val="69A7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69A7FF"/>
                </a:solidFill>
              </a:rPr>
              <a:t>It’s Time To Reduce</a:t>
            </a:r>
          </a:p>
        </p:txBody>
      </p:sp>
    </p:spTree>
    <p:extLst>
      <p:ext uri="{BB962C8B-B14F-4D97-AF65-F5344CB8AC3E}">
        <p14:creationId xmlns:p14="http://schemas.microsoft.com/office/powerpoint/2010/main" val="19393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7 L -0.50403 0.6282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08" y="3141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16667E-7 2.22222E-6 L -0.50312 0.6092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56" y="3046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2.59259E-6 L -0.49635 0.6108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18" y="3053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58333E-6 -3.7037E-7 L -0.49635 0.6282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18" y="31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8DFE7BA-C325-B3E6-AE23-CCAAF3C422D3}"/>
              </a:ext>
            </a:extLst>
          </p:cNvPr>
          <p:cNvGrpSpPr/>
          <p:nvPr/>
        </p:nvGrpSpPr>
        <p:grpSpPr>
          <a:xfrm>
            <a:off x="5346170" y="3667760"/>
            <a:ext cx="1122423" cy="8366987"/>
            <a:chOff x="5346170" y="3667760"/>
            <a:chExt cx="1122423" cy="836698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C597D3-9B0D-CDE4-DF30-285A9178E0E6}"/>
                </a:ext>
              </a:extLst>
            </p:cNvPr>
            <p:cNvSpPr txBox="1"/>
            <p:nvPr/>
          </p:nvSpPr>
          <p:spPr>
            <a:xfrm>
              <a:off x="5502463" y="3667760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10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A30179-3E5C-B8A8-6704-701EDA96959C}"/>
                </a:ext>
              </a:extLst>
            </p:cNvPr>
            <p:cNvSpPr txBox="1"/>
            <p:nvPr/>
          </p:nvSpPr>
          <p:spPr>
            <a:xfrm>
              <a:off x="5502463" y="4505092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20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FB3367-E432-38C8-394B-CB446ED22444}"/>
                </a:ext>
              </a:extLst>
            </p:cNvPr>
            <p:cNvSpPr txBox="1"/>
            <p:nvPr/>
          </p:nvSpPr>
          <p:spPr>
            <a:xfrm>
              <a:off x="5502463" y="5342424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30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7ACE65-81A9-0447-EBA6-F8E809E3A06E}"/>
                </a:ext>
              </a:extLst>
            </p:cNvPr>
            <p:cNvSpPr txBox="1"/>
            <p:nvPr/>
          </p:nvSpPr>
          <p:spPr>
            <a:xfrm>
              <a:off x="5502463" y="6179756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40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CF7B0D-D748-0F4D-3F86-39525500FA8D}"/>
                </a:ext>
              </a:extLst>
            </p:cNvPr>
            <p:cNvSpPr txBox="1"/>
            <p:nvPr/>
          </p:nvSpPr>
          <p:spPr>
            <a:xfrm>
              <a:off x="5502463" y="7017088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50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C3B9F0-B8EC-D849-86CA-49F82E67084D}"/>
                </a:ext>
              </a:extLst>
            </p:cNvPr>
            <p:cNvSpPr txBox="1"/>
            <p:nvPr/>
          </p:nvSpPr>
          <p:spPr>
            <a:xfrm>
              <a:off x="5502463" y="7854420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60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8378A2-4AFB-CAD0-C315-33D3777CDB1F}"/>
                </a:ext>
              </a:extLst>
            </p:cNvPr>
            <p:cNvSpPr txBox="1"/>
            <p:nvPr/>
          </p:nvSpPr>
          <p:spPr>
            <a:xfrm>
              <a:off x="5502463" y="8691752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70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6E4783-54E7-BA88-A4E0-0886E7BF2AB9}"/>
                </a:ext>
              </a:extLst>
            </p:cNvPr>
            <p:cNvSpPr txBox="1"/>
            <p:nvPr/>
          </p:nvSpPr>
          <p:spPr>
            <a:xfrm>
              <a:off x="5502463" y="9529084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80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A38AFF-5574-2624-5E66-217282F96DE0}"/>
                </a:ext>
              </a:extLst>
            </p:cNvPr>
            <p:cNvSpPr txBox="1"/>
            <p:nvPr/>
          </p:nvSpPr>
          <p:spPr>
            <a:xfrm>
              <a:off x="5502463" y="10366416"/>
              <a:ext cx="8098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90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3DE6C7-D6C2-3A72-9B7C-4A476A1540A0}"/>
                </a:ext>
              </a:extLst>
            </p:cNvPr>
            <p:cNvSpPr txBox="1"/>
            <p:nvPr/>
          </p:nvSpPr>
          <p:spPr>
            <a:xfrm>
              <a:off x="5346170" y="11203750"/>
              <a:ext cx="11224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gradFill>
                    <a:gsLst>
                      <a:gs pos="10000">
                        <a:srgbClr val="FF4747"/>
                      </a:gs>
                      <a:gs pos="62000">
                        <a:srgbClr val="FF2170"/>
                      </a:gs>
                    </a:gsLst>
                    <a:lin ang="15000000" scaled="0"/>
                  </a:gradFill>
                </a:rPr>
                <a:t>100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5D54B-C232-CB2D-768B-3B14AC7FFC03}"/>
              </a:ext>
            </a:extLst>
          </p:cNvPr>
          <p:cNvSpPr/>
          <p:nvPr/>
        </p:nvSpPr>
        <p:spPr>
          <a:xfrm>
            <a:off x="0" y="0"/>
            <a:ext cx="12192000" cy="366142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150F2E-B4E3-946B-6711-E6111431BD82}"/>
              </a:ext>
            </a:extLst>
          </p:cNvPr>
          <p:cNvSpPr/>
          <p:nvPr/>
        </p:nvSpPr>
        <p:spPr>
          <a:xfrm>
            <a:off x="2286000" y="2971802"/>
            <a:ext cx="7724775" cy="457199"/>
          </a:xfrm>
          <a:prstGeom prst="roundRect">
            <a:avLst>
              <a:gd name="adj" fmla="val 50000"/>
            </a:avLst>
          </a:prstGeom>
          <a:solidFill>
            <a:srgbClr val="3F3B3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BBEF56-CF3C-87DD-7D71-1078DA9D2651}"/>
              </a:ext>
            </a:extLst>
          </p:cNvPr>
          <p:cNvSpPr/>
          <p:nvPr/>
        </p:nvSpPr>
        <p:spPr>
          <a:xfrm>
            <a:off x="2314575" y="2971801"/>
            <a:ext cx="7696200" cy="457199"/>
          </a:xfrm>
          <a:prstGeom prst="roundRect">
            <a:avLst>
              <a:gd name="adj" fmla="val 50000"/>
            </a:avLst>
          </a:prstGeom>
          <a:gradFill>
            <a:gsLst>
              <a:gs pos="49000">
                <a:srgbClr val="F7258E"/>
              </a:gs>
              <a:gs pos="14000">
                <a:srgbClr val="FF4B8B"/>
              </a:gs>
              <a:gs pos="84000">
                <a:srgbClr val="FF2170"/>
              </a:gs>
            </a:gsLst>
            <a:lin ang="17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CA93B-77EB-6C7E-BE9A-D4B1E0605CC4}"/>
              </a:ext>
            </a:extLst>
          </p:cNvPr>
          <p:cNvSpPr txBox="1"/>
          <p:nvPr/>
        </p:nvSpPr>
        <p:spPr>
          <a:xfrm>
            <a:off x="6371590" y="3667760"/>
            <a:ext cx="633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gradFill>
                  <a:gsLst>
                    <a:gs pos="10000">
                      <a:srgbClr val="FF4747"/>
                    </a:gs>
                    <a:gs pos="62000">
                      <a:srgbClr val="FF2170"/>
                    </a:gs>
                  </a:gsLst>
                  <a:lin ang="15000000" scaled="0"/>
                </a:gradFill>
              </a:rPr>
              <a:t>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0B3F9F-BA3C-FC89-4655-4AFD7A06BD7C}"/>
              </a:ext>
            </a:extLst>
          </p:cNvPr>
          <p:cNvSpPr/>
          <p:nvPr/>
        </p:nvSpPr>
        <p:spPr>
          <a:xfrm>
            <a:off x="0" y="4498757"/>
            <a:ext cx="12192000" cy="235924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62E79D-F01D-2DD5-3912-F633930F9FD5}"/>
              </a:ext>
            </a:extLst>
          </p:cNvPr>
          <p:cNvSpPr txBox="1"/>
          <p:nvPr/>
        </p:nvSpPr>
        <p:spPr>
          <a:xfrm>
            <a:off x="4537332" y="2933030"/>
            <a:ext cx="3397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Reducing By Slave 1</a:t>
            </a:r>
          </a:p>
        </p:txBody>
      </p:sp>
    </p:spTree>
    <p:extLst>
      <p:ext uri="{BB962C8B-B14F-4D97-AF65-F5344CB8AC3E}">
        <p14:creationId xmlns:p14="http://schemas.microsoft.com/office/powerpoint/2010/main" val="2335871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0.00455 -1.10024 " pathEditMode="relative" rAng="0" ptsTypes="AA">
                                      <p:cBhvr>
                                        <p:cTn id="9" dur="4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" y="-5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2005775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1AC8B983-3041-BB56-93F4-5D656FC76513}"/>
              </a:ext>
            </a:extLst>
          </p:cNvPr>
          <p:cNvCxnSpPr>
            <a:cxnSpLocks/>
            <a:stCxn id="35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172C7987-DE45-CF94-0C1D-8D4AD224F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993ED-4516-B472-11CE-5902067006F0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37" name="Picture 3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52898646-DB39-1AD3-D7E3-4FA307D1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E00ED3-C597-F4A2-E8DB-3CD16E191427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E7D4B6F4-2970-CA81-680A-F28F67066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pic>
        <p:nvPicPr>
          <p:cNvPr id="7" name="Picture 6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53EA86B4-EDED-3944-97EC-97F42E5CA8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pic>
        <p:nvPicPr>
          <p:cNvPr id="8" name="Picture 7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F4A5D876-1474-20DF-B52E-B43FBA1713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A4539076-8974-00E6-50B6-5964B5A9B7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pic>
        <p:nvPicPr>
          <p:cNvPr id="20" name="Picture 19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D5F320B7-C359-0494-3FE1-DFB485EC18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44730F4-5235-20CF-1D0A-E6DC7A38502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8C9F64-FAC4-FC7C-951B-54786E7436D7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A6D87F-D9D0-4B1F-3900-3CA7D544B13D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085481-4E4D-0CCE-464B-E381B2739DA6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5" name="Picture 4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7D388F92-8092-12A2-3A91-EF40D718CBD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146227" y="4027912"/>
            <a:ext cx="625423" cy="364798"/>
          </a:xfrm>
          <a:prstGeom prst="rect">
            <a:avLst/>
          </a:prstGeom>
        </p:spPr>
      </p:pic>
      <p:pic>
        <p:nvPicPr>
          <p:cNvPr id="6" name="Picture 5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0C0B61F9-0010-863E-2883-8C56EF5C1C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4" y="4364959"/>
            <a:ext cx="359618" cy="35961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6C5977-6350-F9E6-5D23-DD7F2B9C5254}"/>
              </a:ext>
            </a:extLst>
          </p:cNvPr>
          <p:cNvGrpSpPr/>
          <p:nvPr/>
        </p:nvGrpSpPr>
        <p:grpSpPr>
          <a:xfrm>
            <a:off x="1978014" y="5279082"/>
            <a:ext cx="804874" cy="784049"/>
            <a:chOff x="414731" y="4191053"/>
            <a:chExt cx="1337925" cy="158590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9DF576A-FC87-A405-A2AD-39D094E010B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93" name="Picture 9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CF546D9-384B-E159-9D09-37A4351970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94" name="Picture 9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092A4AA-C198-5735-4DBD-FAD7F179A1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BCFC23-E4D1-6560-D064-0F75F373AB9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928816-0323-B1FD-FF54-87692E289E4E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301A2C-717B-0A70-D951-56C0894CCFE2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FCA2DFD-EE09-4941-3417-BE34F79E521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7CCBB25-C013-3118-09A1-25C8FA1F5D44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BA0886C-A87E-C98D-C569-351C0B7430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D67A562-1856-B60A-BD21-75CCE3FBD1BD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6B9AA8-287D-3F72-3617-675738E62AB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C7566D7-F2A5-1844-0F4A-E74ED9ABA58A}"/>
              </a:ext>
            </a:extLst>
          </p:cNvPr>
          <p:cNvGrpSpPr/>
          <p:nvPr/>
        </p:nvGrpSpPr>
        <p:grpSpPr>
          <a:xfrm>
            <a:off x="3825023" y="5279082"/>
            <a:ext cx="804874" cy="784049"/>
            <a:chOff x="414731" y="4191053"/>
            <a:chExt cx="1337925" cy="1585909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2A855734-643A-1FAC-08A3-049773B6E21D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5" name="Picture 10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FF95CD15-1764-CEC1-683B-23E43BCC43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6" name="Picture 10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6FFFF4B5-877D-B9CB-A73E-1A5767C797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A601BCE-3794-DE23-74BD-00C1259A38B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2A72B81-DC0F-9A35-2A33-0E9B19D8D6A2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8C9717-0BE6-A72D-90F1-EE3BE4AE6F34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AC4DA2B-AC62-05E2-8173-78EB7805051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F1E0DDB-AC66-07D3-1D1A-F6E91E20BB4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0BCE3BA-9433-894A-DC12-8DE90CF23FD2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29A8C1F-5726-A319-72F3-C946C5E03D6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4DEFC24-DC1F-EEC6-445B-62BC996E7639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5957EC2-A02A-AAA5-2F49-834FDC9FE035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AF42AA74-AE7A-3B65-A5DB-CDD69F82F12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7" name="Picture 11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B94B1A90-E855-FB10-7A5F-538FAAB90B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8" name="Picture 11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87D866A0-1313-5214-7C66-DD8E752CA96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2AFE5C5-8CCD-FFF5-1701-7BFCE214141D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5AC8EEA-8B7D-B01E-66C5-783EFC2DBA4A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909B123-9601-714B-9CF7-6A9E18309051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F6220BE-A4D0-E5D1-FB01-D6BA394E6CF5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1FC8B97-063C-72B7-6C50-892BE4D8DAC7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917D4888-420A-4AD1-BA6F-B5D8B2BB7616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FC1D3DB-8FEC-0C58-771B-1B55906A9410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34D8657-B5FC-7238-BC4B-9D1D42F724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B035108-A85D-D20F-B2E4-65483C26B582}"/>
              </a:ext>
            </a:extLst>
          </p:cNvPr>
          <p:cNvGrpSpPr/>
          <p:nvPr/>
        </p:nvGrpSpPr>
        <p:grpSpPr>
          <a:xfrm>
            <a:off x="7722241" y="5279082"/>
            <a:ext cx="804874" cy="784049"/>
            <a:chOff x="414731" y="4191053"/>
            <a:chExt cx="1337925" cy="1585909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810B890-D5C1-A894-E44F-15772683281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9" name="Picture 12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005717E-4E0C-8347-7DD0-C3A5E8B170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30" name="Picture 12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DB7136B-F8E1-672E-A749-611D5CC138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F62E9EC-6490-26A4-97B8-4ED8B879542A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BB0229D-9885-C126-AD58-A0B055F9D9C1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677CEBC-6896-6D1C-D74A-AD399F9B2A2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D01AD75-FE1C-B49A-C443-1D25CF7F776C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BED38C6-B4B9-34D6-A10B-CC4E5609F916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FC8D868-67A4-9D30-612C-91791EE5007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95FC607-7C04-EC7D-C18D-25EF64483893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7705F3D-667E-3797-2994-7E9735BFA95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284A9E2-C7B2-AD47-01E9-49F0D60D77C1}"/>
              </a:ext>
            </a:extLst>
          </p:cNvPr>
          <p:cNvGrpSpPr/>
          <p:nvPr/>
        </p:nvGrpSpPr>
        <p:grpSpPr>
          <a:xfrm>
            <a:off x="665169" y="4761500"/>
            <a:ext cx="1314451" cy="1569415"/>
            <a:chOff x="564028" y="4191053"/>
            <a:chExt cx="998934" cy="152886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F37C211-EA20-D196-EAEF-D349D75FA82E}"/>
                </a:ext>
              </a:extLst>
            </p:cNvPr>
            <p:cNvGrpSpPr/>
            <p:nvPr/>
          </p:nvGrpSpPr>
          <p:grpSpPr>
            <a:xfrm>
              <a:off x="564028" y="4191053"/>
              <a:ext cx="998934" cy="1491796"/>
              <a:chOff x="7215520" y="138111"/>
              <a:chExt cx="3641672" cy="5438427"/>
            </a:xfrm>
          </p:grpSpPr>
          <p:pic>
            <p:nvPicPr>
              <p:cNvPr id="66" name="Picture 65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A47B39C9-E064-00D5-DF99-7298499CC0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t="6408" r="14179" b="29088"/>
              <a:stretch/>
            </p:blipFill>
            <p:spPr>
              <a:xfrm>
                <a:off x="7215523" y="4519617"/>
                <a:ext cx="3641669" cy="1056921"/>
              </a:xfrm>
              <a:prstGeom prst="rect">
                <a:avLst/>
              </a:prstGeom>
            </p:spPr>
          </p:pic>
          <p:pic>
            <p:nvPicPr>
              <p:cNvPr id="67" name="Picture 66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E45778F-7791-5DD1-9D8C-80220F5449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r="14178" b="10169"/>
              <a:stretch/>
            </p:blipFill>
            <p:spPr>
              <a:xfrm>
                <a:off x="7215520" y="138111"/>
                <a:ext cx="3641671" cy="4381503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2FB1C68-2363-B354-6B78-9B18E03F8BBF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0FDFA21-DCFB-ADF4-3043-8A0F966C02AA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D1246B0-543A-D764-9B08-10D0BE8B3318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AF0E767-5CCE-25CA-5C47-826A85B200EE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705DF2A-65B1-B6D2-50F7-DA728F71E262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AF9EDB2-499A-8048-A67E-FA044B9996CD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6AA9A68-0756-1286-555D-3E807762F96C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553522D-9599-3627-4906-112F5B5A91C4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CBA361D-395F-66B4-1857-0015DF42BEDB}"/>
              </a:ext>
            </a:extLst>
          </p:cNvPr>
          <p:cNvGrpSpPr/>
          <p:nvPr/>
        </p:nvGrpSpPr>
        <p:grpSpPr>
          <a:xfrm>
            <a:off x="236340" y="5243056"/>
            <a:ext cx="671495" cy="660873"/>
            <a:chOff x="8367409" y="1980699"/>
            <a:chExt cx="877052" cy="927207"/>
          </a:xfrm>
        </p:grpSpPr>
        <p:pic>
          <p:nvPicPr>
            <p:cNvPr id="69" name="Picture 6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E746512C-B0BC-B4AD-4640-D0E7A4889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56DE9AA-4A32-E4ED-3870-62A49101B77E}"/>
                </a:ext>
              </a:extLst>
            </p:cNvPr>
            <p:cNvSpPr txBox="1"/>
            <p:nvPr/>
          </p:nvSpPr>
          <p:spPr>
            <a:xfrm>
              <a:off x="8679356" y="2476094"/>
              <a:ext cx="278515" cy="431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R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87" name="Picture 86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C2612801-276E-53CD-920B-9205E12463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537" y="5095620"/>
            <a:ext cx="304800" cy="304800"/>
          </a:xfrm>
          <a:prstGeom prst="rect">
            <a:avLst/>
          </a:prstGeom>
        </p:spPr>
      </p:pic>
      <p:pic>
        <p:nvPicPr>
          <p:cNvPr id="88" name="Picture 87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94DE6C7C-2DD3-E0EC-D804-BAC83518F1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89" name="Picture 8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AA8432B5-6601-080D-E79D-398AC90E1F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131" name="Picture 13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921B1113-8271-1785-23D6-E2F0673475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8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48148E-6 L 0.54037 -0.66273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18" y="-3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997767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72298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537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50AF47A5-9346-1E4D-8653-FC94ED27A1FE}"/>
              </a:ext>
            </a:extLst>
          </p:cNvPr>
          <p:cNvCxnSpPr>
            <a:cxnSpLocks/>
            <a:stCxn id="57" idx="1"/>
          </p:cNvCxnSpPr>
          <p:nvPr/>
        </p:nvCxnSpPr>
        <p:spPr>
          <a:xfrm flipV="1">
            <a:off x="2731999" y="1028700"/>
            <a:ext cx="2544851" cy="908844"/>
          </a:xfrm>
          <a:prstGeom prst="curvedConnector3">
            <a:avLst>
              <a:gd name="adj1" fmla="val 50399"/>
            </a:avLst>
          </a:prstGeom>
          <a:ln w="28575">
            <a:solidFill>
              <a:srgbClr val="FF21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32279EE8-6C83-0B80-9873-28A4560AAF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EE3049B4-44B2-A414-4927-B7C4AEC00626}"/>
              </a:ext>
            </a:extLst>
          </p:cNvPr>
          <p:cNvGrpSpPr/>
          <p:nvPr/>
        </p:nvGrpSpPr>
        <p:grpSpPr>
          <a:xfrm>
            <a:off x="6926677" y="703043"/>
            <a:ext cx="671495" cy="660873"/>
            <a:chOff x="8367409" y="1980699"/>
            <a:chExt cx="877052" cy="927207"/>
          </a:xfrm>
        </p:grpSpPr>
        <p:pic>
          <p:nvPicPr>
            <p:cNvPr id="59" name="Picture 58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9ECCBE94-A38A-8B32-976A-EBB8B5428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405AFB-927A-27DD-97B7-4CB514B0897D}"/>
                </a:ext>
              </a:extLst>
            </p:cNvPr>
            <p:cNvSpPr txBox="1"/>
            <p:nvPr/>
          </p:nvSpPr>
          <p:spPr>
            <a:xfrm>
              <a:off x="8679356" y="2476094"/>
              <a:ext cx="278515" cy="431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R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0C8A034-573A-C4F0-1FA4-D740C7E7686B}"/>
              </a:ext>
            </a:extLst>
          </p:cNvPr>
          <p:cNvGrpSpPr/>
          <p:nvPr/>
        </p:nvGrpSpPr>
        <p:grpSpPr>
          <a:xfrm>
            <a:off x="676350" y="4759947"/>
            <a:ext cx="1314451" cy="1569415"/>
            <a:chOff x="564028" y="4191053"/>
            <a:chExt cx="998934" cy="152886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51F268A-74E4-751D-156D-3027CD52171F}"/>
                </a:ext>
              </a:extLst>
            </p:cNvPr>
            <p:cNvGrpSpPr/>
            <p:nvPr/>
          </p:nvGrpSpPr>
          <p:grpSpPr>
            <a:xfrm>
              <a:off x="564028" y="4191053"/>
              <a:ext cx="998934" cy="1491796"/>
              <a:chOff x="7215520" y="138111"/>
              <a:chExt cx="3641672" cy="5438427"/>
            </a:xfrm>
          </p:grpSpPr>
          <p:pic>
            <p:nvPicPr>
              <p:cNvPr id="74" name="Picture 73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D8EDD3EC-C5E1-D68C-4D43-88B882481D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t="6408" r="14179" b="29088"/>
              <a:stretch/>
            </p:blipFill>
            <p:spPr>
              <a:xfrm>
                <a:off x="7215523" y="4519617"/>
                <a:ext cx="3641669" cy="1056921"/>
              </a:xfrm>
              <a:prstGeom prst="rect">
                <a:avLst/>
              </a:prstGeom>
            </p:spPr>
          </p:pic>
          <p:pic>
            <p:nvPicPr>
              <p:cNvPr id="75" name="Picture 74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D95FBCA-34E3-822A-256B-C2BB8EAC70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r="14178" b="10169"/>
              <a:stretch/>
            </p:blipFill>
            <p:spPr>
              <a:xfrm>
                <a:off x="7215520" y="138111"/>
                <a:ext cx="3641671" cy="4381503"/>
              </a:xfrm>
              <a:prstGeom prst="rect">
                <a:avLst/>
              </a:prstGeom>
            </p:spPr>
          </p:pic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B13735B-FE35-479C-8609-2EF98D3633CC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5BAFB11-689B-D7B1-5F35-B1ACB046DE31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5DEC996-346B-EAAC-62AE-5AE8306559CD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5427142-9E94-A865-8019-BC58384748E1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AA163D-6AA1-C417-2ECA-6F92AA1F3AFE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31ADE9-D333-8E64-4A5D-FEF4D4DB7CE2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78C274C-0962-664B-D313-ADC1566E6032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9338F63-9178-66BF-9934-8AC8695B1288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43D4A8-EAC8-40DD-7F25-D602E9E11FEE}"/>
              </a:ext>
            </a:extLst>
          </p:cNvPr>
          <p:cNvGrpSpPr/>
          <p:nvPr/>
        </p:nvGrpSpPr>
        <p:grpSpPr>
          <a:xfrm>
            <a:off x="9467939" y="3963932"/>
            <a:ext cx="1152000" cy="1152000"/>
            <a:chOff x="9396675" y="4334946"/>
            <a:chExt cx="1152000" cy="1152000"/>
          </a:xfrm>
        </p:grpSpPr>
        <p:pic>
          <p:nvPicPr>
            <p:cNvPr id="77" name="Picture 76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6C2FFB8E-35FC-DCC6-219C-1255AB2E5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69D837D-483C-ACCA-E88C-7FFBC81AF4F6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79" name="Picture 78">
            <a:extLst>
              <a:ext uri="{FF2B5EF4-FFF2-40B4-BE49-F238E27FC236}">
                <a16:creationId xmlns:a16="http://schemas.microsoft.com/office/drawing/2014/main" id="{336F9E61-BC29-68DE-D5E2-E449C93A92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390" y="3826357"/>
            <a:ext cx="508589" cy="508589"/>
          </a:xfrm>
          <a:prstGeom prst="rect">
            <a:avLst/>
          </a:prstGeom>
        </p:spPr>
      </p:pic>
      <p:pic>
        <p:nvPicPr>
          <p:cNvPr id="80" name="Picture 79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624526FD-DEAD-5145-318D-F3B67C988ED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146227" y="4027912"/>
            <a:ext cx="625423" cy="364798"/>
          </a:xfrm>
          <a:prstGeom prst="rect">
            <a:avLst/>
          </a:prstGeom>
        </p:spPr>
      </p:pic>
      <p:pic>
        <p:nvPicPr>
          <p:cNvPr id="81" name="Picture 80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1C0D9DB4-545A-F8CF-70E7-2F567C0460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4" y="4364959"/>
            <a:ext cx="359618" cy="35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5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44444E-6 L -0.36979 0.197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90" y="986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9746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9491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3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pic>
        <p:nvPicPr>
          <p:cNvPr id="5" name="Picture 4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ECC1F01A-6FDC-2F1F-8392-8A5468065A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4151CF1F-4CE9-5F92-11FB-D8BF87009582}"/>
              </a:ext>
            </a:extLst>
          </p:cNvPr>
          <p:cNvGrpSpPr/>
          <p:nvPr/>
        </p:nvGrpSpPr>
        <p:grpSpPr>
          <a:xfrm>
            <a:off x="2416977" y="2044541"/>
            <a:ext cx="671495" cy="660873"/>
            <a:chOff x="8367409" y="1980699"/>
            <a:chExt cx="877052" cy="927207"/>
          </a:xfrm>
        </p:grpSpPr>
        <p:pic>
          <p:nvPicPr>
            <p:cNvPr id="58" name="Picture 57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FBDB450F-C10C-2760-0F54-7F2B82947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8C2468D-1B69-E37A-5E2B-A4192B121AA0}"/>
                </a:ext>
              </a:extLst>
            </p:cNvPr>
            <p:cNvSpPr txBox="1"/>
            <p:nvPr/>
          </p:nvSpPr>
          <p:spPr>
            <a:xfrm>
              <a:off x="8679356" y="2476094"/>
              <a:ext cx="278515" cy="431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R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0385827F-6A8F-6705-936B-9464257B538E}"/>
              </a:ext>
            </a:extLst>
          </p:cNvPr>
          <p:cNvCxnSpPr>
            <a:cxnSpLocks/>
            <a:stCxn id="59" idx="2"/>
            <a:endCxn id="80" idx="1"/>
          </p:cNvCxnSpPr>
          <p:nvPr/>
        </p:nvCxnSpPr>
        <p:spPr>
          <a:xfrm rot="5400000">
            <a:off x="353388" y="3014952"/>
            <a:ext cx="2718583" cy="2099506"/>
          </a:xfrm>
          <a:prstGeom prst="curvedConnector4">
            <a:avLst>
              <a:gd name="adj1" fmla="val 38654"/>
              <a:gd name="adj2" fmla="val 110888"/>
            </a:avLst>
          </a:prstGeom>
          <a:ln w="38100">
            <a:solidFill>
              <a:srgbClr val="2ED35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C64F293-BD08-E82E-D299-CDDC7AE7F0A2}"/>
              </a:ext>
            </a:extLst>
          </p:cNvPr>
          <p:cNvGrpSpPr/>
          <p:nvPr/>
        </p:nvGrpSpPr>
        <p:grpSpPr>
          <a:xfrm>
            <a:off x="9479514" y="3963932"/>
            <a:ext cx="1152000" cy="1152000"/>
            <a:chOff x="9396675" y="4334946"/>
            <a:chExt cx="1152000" cy="1152000"/>
          </a:xfrm>
        </p:grpSpPr>
        <p:pic>
          <p:nvPicPr>
            <p:cNvPr id="66" name="Picture 65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35C166E6-8382-9CF0-9ED3-29C18FF36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7E90C75-6574-F234-011C-2A88EE99AFC1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FE265CAF-2892-C4E6-4902-830C42EC25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965" y="3826357"/>
            <a:ext cx="508589" cy="508589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0FAC3866-D84E-0CF9-BC8C-80C8C991D4B9}"/>
              </a:ext>
            </a:extLst>
          </p:cNvPr>
          <p:cNvGrpSpPr/>
          <p:nvPr/>
        </p:nvGrpSpPr>
        <p:grpSpPr>
          <a:xfrm>
            <a:off x="662926" y="4807120"/>
            <a:ext cx="1314451" cy="1569415"/>
            <a:chOff x="564028" y="4191053"/>
            <a:chExt cx="998934" cy="152886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F374263-5D28-814C-F0E2-A6149372A872}"/>
                </a:ext>
              </a:extLst>
            </p:cNvPr>
            <p:cNvGrpSpPr/>
            <p:nvPr/>
          </p:nvGrpSpPr>
          <p:grpSpPr>
            <a:xfrm>
              <a:off x="564028" y="4191053"/>
              <a:ext cx="998934" cy="1491796"/>
              <a:chOff x="7215520" y="138111"/>
              <a:chExt cx="3641672" cy="5438427"/>
            </a:xfrm>
          </p:grpSpPr>
          <p:pic>
            <p:nvPicPr>
              <p:cNvPr id="79" name="Picture 7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0822CC6D-E7AA-0A24-C241-1C9BEBF66E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t="6408" r="14179" b="29088"/>
              <a:stretch/>
            </p:blipFill>
            <p:spPr>
              <a:xfrm>
                <a:off x="7215523" y="4519617"/>
                <a:ext cx="3641669" cy="1056921"/>
              </a:xfrm>
              <a:prstGeom prst="rect">
                <a:avLst/>
              </a:prstGeom>
            </p:spPr>
          </p:pic>
          <p:pic>
            <p:nvPicPr>
              <p:cNvPr id="80" name="Picture 7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37F8779-6E17-5885-B137-713E41123E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r="14178" b="10169"/>
              <a:stretch/>
            </p:blipFill>
            <p:spPr>
              <a:xfrm>
                <a:off x="7215520" y="138111"/>
                <a:ext cx="3641671" cy="4381503"/>
              </a:xfrm>
              <a:prstGeom prst="rect">
                <a:avLst/>
              </a:prstGeom>
            </p:spPr>
          </p:pic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5C8A538-F3E7-F280-EA28-E4EA1F465C41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7D91BAC-0BEE-B1F2-BCE3-6483981F85AF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CC922CF-87A2-965E-9F9A-C48EFBDA198A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5ED8619-5BEE-1B12-9623-898FD52D91AC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F74E463-7517-57CF-4242-35BC61BD67AB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4D54EC7-2999-7669-2D5D-6F08746320EA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03C20EA-A2FE-9596-9F8D-3F3086E4B9FD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B92CD15-EB40-746F-7214-582514277DFC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  <p:pic>
        <p:nvPicPr>
          <p:cNvPr id="81" name="Picture 80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A2706911-3F5F-2B4E-7E8E-C87BA9B21F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146227" y="4027912"/>
            <a:ext cx="625423" cy="364798"/>
          </a:xfrm>
          <a:prstGeom prst="rect">
            <a:avLst/>
          </a:prstGeom>
        </p:spPr>
      </p:pic>
      <p:pic>
        <p:nvPicPr>
          <p:cNvPr id="82" name="Picture 81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2B43BDF2-2DAC-B7B4-3CAF-B7F53F4CA3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4" y="4364959"/>
            <a:ext cx="359618" cy="35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7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35" descr="A picture containing colorfulness, graphics, creativity, star&#10;&#10;Description automatically generated">
            <a:extLst>
              <a:ext uri="{FF2B5EF4-FFF2-40B4-BE49-F238E27FC236}">
                <a16:creationId xmlns:a16="http://schemas.microsoft.com/office/drawing/2014/main" id="{3821AF79-4D1F-E500-8437-9CC732509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51036">
            <a:off x="1533703" y="346435"/>
            <a:ext cx="1556754" cy="1562835"/>
          </a:xfrm>
          <a:prstGeom prst="rect">
            <a:avLst/>
          </a:prstGeom>
        </p:spPr>
      </p:pic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9F2CDE8-0C15-54EA-AB5A-201512D9F59A}"/>
              </a:ext>
            </a:extLst>
          </p:cNvPr>
          <p:cNvGrpSpPr/>
          <p:nvPr/>
        </p:nvGrpSpPr>
        <p:grpSpPr>
          <a:xfrm>
            <a:off x="1882019" y="5297256"/>
            <a:ext cx="804874" cy="784049"/>
            <a:chOff x="414731" y="4191053"/>
            <a:chExt cx="1337925" cy="1585909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1764164-934E-A412-AA13-ABAFB8461847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62" name="Picture 161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4AC370B-BA8F-AA98-696E-4D995AC70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63" name="Picture 162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AF9C0E89-316C-6A94-D36F-B4D8F307C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E48E31-9A73-00E5-1BB1-9008C7D12F16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73B934-8B5F-21AC-7458-D34C32E95423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EE3D6A9-E6E0-2FB7-5CAA-E1CAEA28B5F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F64BDE9-9C5B-F0C0-E83C-F8A91F6979A6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EAE3998-DA3F-4C88-4167-3BE5ED291CE9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9FFC78B-6E3E-84DB-8207-18D3B0161CE5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960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9B9461A-90C5-244E-28E8-E2941E0CE87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5BABA1A-64F3-CDFA-2C1F-5EAA280C09CE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6070149-8938-65C2-5D12-9690D2F4E2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0" y="209550"/>
            <a:ext cx="1638300" cy="1638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B9173C6-C954-A1B6-12FD-EA1940FEF866}"/>
              </a:ext>
            </a:extLst>
          </p:cNvPr>
          <p:cNvGrpSpPr/>
          <p:nvPr/>
        </p:nvGrpSpPr>
        <p:grpSpPr>
          <a:xfrm>
            <a:off x="1771650" y="3976687"/>
            <a:ext cx="1085850" cy="1085850"/>
            <a:chOff x="2124075" y="3228975"/>
            <a:chExt cx="1085850" cy="1085850"/>
          </a:xfrm>
        </p:grpSpPr>
        <p:pic>
          <p:nvPicPr>
            <p:cNvPr id="17" name="Picture 1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A3A1D7D5-B0CB-C643-BAE8-7CD56D076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F436B6-2134-FCE0-D2F3-120146A2847B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A9051-8867-8807-9F3A-F7D1BC6FD173}"/>
              </a:ext>
            </a:extLst>
          </p:cNvPr>
          <p:cNvGrpSpPr/>
          <p:nvPr/>
        </p:nvGrpSpPr>
        <p:grpSpPr>
          <a:xfrm>
            <a:off x="3686175" y="3976687"/>
            <a:ext cx="1085850" cy="1085850"/>
            <a:chOff x="2124075" y="3228975"/>
            <a:chExt cx="1085850" cy="1085850"/>
          </a:xfrm>
        </p:grpSpPr>
        <p:pic>
          <p:nvPicPr>
            <p:cNvPr id="23" name="Picture 22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29D2B607-53A9-15F5-5D79-10688028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88EF4F-7947-BF21-B6A3-DD4939AC09D1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1669D8-B337-1659-00EE-255ACA7A39DF}"/>
              </a:ext>
            </a:extLst>
          </p:cNvPr>
          <p:cNvGrpSpPr/>
          <p:nvPr/>
        </p:nvGrpSpPr>
        <p:grpSpPr>
          <a:xfrm>
            <a:off x="5600700" y="3976687"/>
            <a:ext cx="1085850" cy="1085850"/>
            <a:chOff x="2124075" y="3228975"/>
            <a:chExt cx="1085850" cy="1085850"/>
          </a:xfrm>
        </p:grpSpPr>
        <p:pic>
          <p:nvPicPr>
            <p:cNvPr id="27" name="Picture 26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5CD5E48C-D7D1-4AB6-2992-D20699CC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5B26B2-BAED-38DB-A6EE-5EF23F47CD88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08004-A2AB-AFCE-284C-735FC73EACD3}"/>
              </a:ext>
            </a:extLst>
          </p:cNvPr>
          <p:cNvGrpSpPr/>
          <p:nvPr/>
        </p:nvGrpSpPr>
        <p:grpSpPr>
          <a:xfrm>
            <a:off x="7515225" y="3976687"/>
            <a:ext cx="1085850" cy="1085850"/>
            <a:chOff x="2124075" y="3228975"/>
            <a:chExt cx="1085850" cy="1085850"/>
          </a:xfrm>
        </p:grpSpPr>
        <p:pic>
          <p:nvPicPr>
            <p:cNvPr id="30" name="Picture 29" descr="A computer monitor with a blue screen&#10;&#10;Description automatically generated with medium confidence">
              <a:extLst>
                <a:ext uri="{FF2B5EF4-FFF2-40B4-BE49-F238E27FC236}">
                  <a16:creationId xmlns:a16="http://schemas.microsoft.com/office/drawing/2014/main" id="{7C837014-4DAC-BD62-143D-6A178634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4075" y="3228975"/>
              <a:ext cx="1085850" cy="108585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B69C8B-AC6C-DC3E-4763-0A22116CBC96}"/>
                </a:ext>
              </a:extLst>
            </p:cNvPr>
            <p:cNvSpPr txBox="1"/>
            <p:nvPr/>
          </p:nvSpPr>
          <p:spPr>
            <a:xfrm>
              <a:off x="2228851" y="3402568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</a:rPr>
                <a:t>Slave 4</a:t>
              </a:r>
            </a:p>
          </p:txBody>
        </p:sp>
      </p:grp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3DF8C67-865D-187F-B496-B2277624EB30}"/>
              </a:ext>
            </a:extLst>
          </p:cNvPr>
          <p:cNvSpPr/>
          <p:nvPr/>
        </p:nvSpPr>
        <p:spPr>
          <a:xfrm>
            <a:off x="3830600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2TTG..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8F93D5-7D54-8444-A6F1-B40E98999C40}"/>
              </a:ext>
            </a:extLst>
          </p:cNvPr>
          <p:cNvSpPr/>
          <p:nvPr/>
        </p:nvSpPr>
        <p:spPr>
          <a:xfrm>
            <a:off x="1856550" y="4842937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1ACG..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D8ACE-C08A-2E08-0B4A-840E19A3089D}"/>
              </a:ext>
            </a:extLst>
          </p:cNvPr>
          <p:cNvSpPr/>
          <p:nvPr/>
        </p:nvSpPr>
        <p:spPr>
          <a:xfrm>
            <a:off x="7667524" y="4845154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4GTG..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B3398-EF67-D2A2-A3F5-634F1D9B6087}"/>
              </a:ext>
            </a:extLst>
          </p:cNvPr>
          <p:cNvSpPr/>
          <p:nvPr/>
        </p:nvSpPr>
        <p:spPr>
          <a:xfrm>
            <a:off x="5771277" y="4840031"/>
            <a:ext cx="820800" cy="439200"/>
          </a:xfrm>
          <a:prstGeom prst="roundRect">
            <a:avLst/>
          </a:prstGeom>
          <a:solidFill>
            <a:srgbClr val="38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3ATG..</a:t>
            </a:r>
          </a:p>
        </p:txBody>
      </p:sp>
      <p:pic>
        <p:nvPicPr>
          <p:cNvPr id="14" name="Picture 13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705A9BEE-04F6-7068-4822-473140B23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082" y="4191053"/>
            <a:ext cx="537980" cy="5379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AE59AC-3B2F-ACB8-2C71-67AA09A00C9A}"/>
              </a:ext>
            </a:extLst>
          </p:cNvPr>
          <p:cNvSpPr/>
          <p:nvPr/>
        </p:nvSpPr>
        <p:spPr>
          <a:xfrm>
            <a:off x="2732879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16" name="Picture 1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9D40B8E9-AE0B-5170-ED09-A151C126EA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03" y="4191053"/>
            <a:ext cx="537980" cy="5379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E60DD52-D470-5DE4-127A-DAD56A7759F3}"/>
              </a:ext>
            </a:extLst>
          </p:cNvPr>
          <p:cNvSpPr/>
          <p:nvPr/>
        </p:nvSpPr>
        <p:spPr>
          <a:xfrm>
            <a:off x="465140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22" name="Picture 21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5EC7EEC-5A74-A43F-EAA9-AFDDB45B77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63" y="4191053"/>
            <a:ext cx="537980" cy="53798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1C98CB-57F6-EAC6-6942-694E9711F313}"/>
              </a:ext>
            </a:extLst>
          </p:cNvPr>
          <p:cNvSpPr/>
          <p:nvPr/>
        </p:nvSpPr>
        <p:spPr>
          <a:xfrm>
            <a:off x="6627960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pic>
        <p:nvPicPr>
          <p:cNvPr id="36" name="Picture 35" descr="A picture containing circle, colorfulness, graphics, art&#10;&#10;Description automatically generated">
            <a:extLst>
              <a:ext uri="{FF2B5EF4-FFF2-40B4-BE49-F238E27FC236}">
                <a16:creationId xmlns:a16="http://schemas.microsoft.com/office/drawing/2014/main" id="{2C066FEA-7CE9-70D3-77C1-3529CB6FF6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78" y="4191053"/>
            <a:ext cx="537980" cy="537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8452988-2B31-CE31-F47E-0900B08693F0}"/>
              </a:ext>
            </a:extLst>
          </p:cNvPr>
          <p:cNvSpPr/>
          <p:nvPr/>
        </p:nvSpPr>
        <p:spPr>
          <a:xfrm>
            <a:off x="8601075" y="4335694"/>
            <a:ext cx="460386" cy="248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M</a:t>
            </a:r>
            <a:endParaRPr lang="en-US" sz="1000" b="1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D93044-1A63-928F-3371-9D53512F9F3A}"/>
              </a:ext>
            </a:extLst>
          </p:cNvPr>
          <p:cNvGrpSpPr/>
          <p:nvPr/>
        </p:nvGrpSpPr>
        <p:grpSpPr>
          <a:xfrm>
            <a:off x="3825023" y="5298132"/>
            <a:ext cx="804874" cy="784049"/>
            <a:chOff x="414731" y="4191053"/>
            <a:chExt cx="1337925" cy="158590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E20916-9081-8B72-8D19-DE3C2AFC834A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03" name="Picture 102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E3DAF537-9376-F6A4-3B78-7A9AC22B29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04" name="Picture 103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1985E1E6-1BDD-A5C8-C62F-7EA05941BB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A6C16F1-2F62-0CCC-691E-9DD239C77F52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3CA0AEF-FE72-2865-85D8-0990FB93AFAF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7B7DDD4-E684-D926-D458-4D3384DEB970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4AB8E99-DC20-121B-75D8-C730F1426443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33D4FAF-8572-E970-E7FD-2184D22DC76D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200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7ACD7E-95E3-D553-1E64-1A5C6933521F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820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E1AD43-8E01-86C7-50DE-800719F5C1B2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145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097DCAE-324A-4A28-B23E-A814E1ED9EB7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209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2883A14-EBE6-2480-347A-CDAA6C7578EF}"/>
              </a:ext>
            </a:extLst>
          </p:cNvPr>
          <p:cNvGrpSpPr/>
          <p:nvPr/>
        </p:nvGrpSpPr>
        <p:grpSpPr>
          <a:xfrm>
            <a:off x="5773632" y="5279082"/>
            <a:ext cx="804874" cy="784049"/>
            <a:chOff x="414731" y="4191053"/>
            <a:chExt cx="1337925" cy="1585909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33505BCA-54D8-04DF-FD33-3C580C6F7680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15" name="Picture 114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8B16C6C0-1233-0BCA-34B2-54ECB75F4A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16" name="Picture 115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4311D874-B6CA-4B63-9D0A-F0304F4727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948B650-4F88-A812-2C70-23CBEEB4D315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51027C3-F95A-4133-311F-3EFE6E8C96D4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941F2D8-493C-210C-E6EA-5F34168BA80C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2B08AEA-E145-91E1-32B7-08B311FE2569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7B2AC0F-F353-5F87-99E7-C85A817E9693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120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7AEB164-7B85-C97A-BCD0-02F1102FC77B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360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4DDF7C1-2390-2CC4-613F-493B731214F4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FE11D4F-EB39-02E5-40E9-DD659C2E07B6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201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81747AD-FD18-C5A0-A209-66554C9ED7A4}"/>
              </a:ext>
            </a:extLst>
          </p:cNvPr>
          <p:cNvGrpSpPr/>
          <p:nvPr/>
        </p:nvGrpSpPr>
        <p:grpSpPr>
          <a:xfrm>
            <a:off x="7798441" y="5355282"/>
            <a:ext cx="804874" cy="784049"/>
            <a:chOff x="414731" y="4191053"/>
            <a:chExt cx="1337925" cy="158590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7D98002-9850-47F7-1178-073B9EA9B46F}"/>
                </a:ext>
              </a:extLst>
            </p:cNvPr>
            <p:cNvGrpSpPr/>
            <p:nvPr/>
          </p:nvGrpSpPr>
          <p:grpSpPr>
            <a:xfrm>
              <a:off x="414731" y="4191053"/>
              <a:ext cx="1337925" cy="1520136"/>
              <a:chOff x="6671244" y="138111"/>
              <a:chExt cx="4877481" cy="5541742"/>
            </a:xfrm>
          </p:grpSpPr>
          <p:pic>
            <p:nvPicPr>
              <p:cNvPr id="127" name="Picture 126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130FD27E-F8D8-81F8-148C-33509FD1B6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781"/>
              <a:stretch/>
            </p:blipFill>
            <p:spPr>
              <a:xfrm>
                <a:off x="6671244" y="4414608"/>
                <a:ext cx="4877481" cy="1265245"/>
              </a:xfrm>
              <a:prstGeom prst="rect">
                <a:avLst/>
              </a:prstGeom>
            </p:spPr>
          </p:pic>
          <p:pic>
            <p:nvPicPr>
              <p:cNvPr id="128" name="Picture 127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544916FA-21A5-D7A7-9F95-5A56573A3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169"/>
              <a:stretch/>
            </p:blipFill>
            <p:spPr>
              <a:xfrm>
                <a:off x="6671244" y="138111"/>
                <a:ext cx="4877481" cy="4381501"/>
              </a:xfrm>
              <a:prstGeom prst="rect">
                <a:avLst/>
              </a:prstGeom>
            </p:spPr>
          </p:pic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EABAD3-D7C0-924E-ED15-2FBAA218A450}"/>
                </a:ext>
              </a:extLst>
            </p:cNvPr>
            <p:cNvSpPr txBox="1"/>
            <p:nvPr/>
          </p:nvSpPr>
          <p:spPr>
            <a:xfrm>
              <a:off x="609234" y="4384967"/>
              <a:ext cx="279903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4765219-32E0-8CBB-337D-AEEA511F2D60}"/>
                </a:ext>
              </a:extLst>
            </p:cNvPr>
            <p:cNvSpPr txBox="1"/>
            <p:nvPr/>
          </p:nvSpPr>
          <p:spPr>
            <a:xfrm>
              <a:off x="636487" y="4697215"/>
              <a:ext cx="264926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80824E9-DEBA-24F1-C9C2-FA089096D3C8}"/>
                </a:ext>
              </a:extLst>
            </p:cNvPr>
            <p:cNvSpPr txBox="1"/>
            <p:nvPr/>
          </p:nvSpPr>
          <p:spPr>
            <a:xfrm>
              <a:off x="617913" y="4998149"/>
              <a:ext cx="269919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C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BC97C8-1DD3-A096-D88D-4FF2978984EB}"/>
                </a:ext>
              </a:extLst>
            </p:cNvPr>
            <p:cNvSpPr txBox="1"/>
            <p:nvPr/>
          </p:nvSpPr>
          <p:spPr>
            <a:xfrm>
              <a:off x="606739" y="5292390"/>
              <a:ext cx="284895" cy="286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2F74165-BE1D-8A36-94AC-4148FE5FA08E}"/>
                </a:ext>
              </a:extLst>
            </p:cNvPr>
            <p:cNvSpPr txBox="1"/>
            <p:nvPr/>
          </p:nvSpPr>
          <p:spPr>
            <a:xfrm>
              <a:off x="993031" y="4404524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300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815600C-6169-95E1-3240-96E97A3A796C}"/>
                </a:ext>
              </a:extLst>
            </p:cNvPr>
            <p:cNvSpPr txBox="1"/>
            <p:nvPr/>
          </p:nvSpPr>
          <p:spPr>
            <a:xfrm>
              <a:off x="982552" y="4731373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400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5FD8832-0E42-51B0-5842-26B9E92C225C}"/>
                </a:ext>
              </a:extLst>
            </p:cNvPr>
            <p:cNvSpPr txBox="1"/>
            <p:nvPr/>
          </p:nvSpPr>
          <p:spPr>
            <a:xfrm>
              <a:off x="993031" y="5036609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105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80AE948-7EA7-BE33-7738-808CF0AB0111}"/>
                </a:ext>
              </a:extLst>
            </p:cNvPr>
            <p:cNvSpPr txBox="1"/>
            <p:nvPr/>
          </p:nvSpPr>
          <p:spPr>
            <a:xfrm>
              <a:off x="993031" y="5341180"/>
              <a:ext cx="562771" cy="435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202</a:t>
              </a:r>
            </a:p>
          </p:txBody>
        </p:sp>
      </p:grpSp>
      <p:pic>
        <p:nvPicPr>
          <p:cNvPr id="151" name="Picture 150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43B74B6D-1C50-DBB6-D4C7-A950599E53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789" y="5095620"/>
            <a:ext cx="304800" cy="304800"/>
          </a:xfrm>
          <a:prstGeom prst="rect">
            <a:avLst/>
          </a:prstGeom>
        </p:spPr>
      </p:pic>
      <p:pic>
        <p:nvPicPr>
          <p:cNvPr id="56" name="Picture 55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52438FA-5FD1-DDD8-EC5C-EF61CBA5EA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314" y="5124503"/>
            <a:ext cx="304800" cy="304800"/>
          </a:xfrm>
          <a:prstGeom prst="rect">
            <a:avLst/>
          </a:prstGeom>
        </p:spPr>
      </p:pic>
      <p:pic>
        <p:nvPicPr>
          <p:cNvPr id="3" name="Picture 2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51157223-7D3D-DA6C-FDD0-071DD4C6EA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81" y="5219190"/>
            <a:ext cx="304800" cy="304800"/>
          </a:xfrm>
          <a:prstGeom prst="rect">
            <a:avLst/>
          </a:prstGeom>
        </p:spPr>
      </p:pic>
      <p:pic>
        <p:nvPicPr>
          <p:cNvPr id="9" name="Picture 8" descr="A green circle with a white tick in it&#10;&#10;Description automatically generated with low confidence">
            <a:extLst>
              <a:ext uri="{FF2B5EF4-FFF2-40B4-BE49-F238E27FC236}">
                <a16:creationId xmlns:a16="http://schemas.microsoft.com/office/drawing/2014/main" id="{67F862B5-FAAC-ADA4-B43D-752937ACC6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961" y="5238059"/>
            <a:ext cx="304800" cy="304800"/>
          </a:xfrm>
          <a:prstGeom prst="rect">
            <a:avLst/>
          </a:prstGeom>
        </p:spPr>
      </p:pic>
      <p:pic>
        <p:nvPicPr>
          <p:cNvPr id="72" name="Picture 71" descr="A cartoon of a person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D07EFC4B-D8EE-0C3C-71FE-7D56E60B4F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7962" y="805525"/>
            <a:ext cx="2264037" cy="2264037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908C0DF-399F-8260-3046-3A2FF5BEBA29}"/>
              </a:ext>
            </a:extLst>
          </p:cNvPr>
          <p:cNvGrpSpPr/>
          <p:nvPr/>
        </p:nvGrpSpPr>
        <p:grpSpPr>
          <a:xfrm>
            <a:off x="9456364" y="3963932"/>
            <a:ext cx="1152000" cy="1152000"/>
            <a:chOff x="9396675" y="4334946"/>
            <a:chExt cx="1152000" cy="1152000"/>
          </a:xfrm>
        </p:grpSpPr>
        <p:pic>
          <p:nvPicPr>
            <p:cNvPr id="74" name="Picture 73" descr="A computer monitor with a sad face&#10;&#10;Description automatically generated with medium confidence">
              <a:extLst>
                <a:ext uri="{FF2B5EF4-FFF2-40B4-BE49-F238E27FC236}">
                  <a16:creationId xmlns:a16="http://schemas.microsoft.com/office/drawing/2014/main" id="{E33267A7-6F3D-33A1-91EF-42B06758B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75" y="4334946"/>
              <a:ext cx="1152000" cy="1152000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7D7C9BA-A2DD-C365-AC4B-AE883A628055}"/>
                </a:ext>
              </a:extLst>
            </p:cNvPr>
            <p:cNvSpPr txBox="1"/>
            <p:nvPr/>
          </p:nvSpPr>
          <p:spPr>
            <a:xfrm>
              <a:off x="9559516" y="5029102"/>
              <a:ext cx="876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Slave 5</a:t>
              </a:r>
            </a:p>
          </p:txBody>
        </p:sp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AC608EC7-F902-ECD8-A15B-8BB65B1F4F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15" y="3826357"/>
            <a:ext cx="508589" cy="508589"/>
          </a:xfrm>
          <a:prstGeom prst="rect">
            <a:avLst/>
          </a:prstGeom>
        </p:spPr>
      </p:pic>
      <p:pic>
        <p:nvPicPr>
          <p:cNvPr id="77" name="Picture 76" descr="A picture containing circle, graphics, gear, design&#10;&#10;Description automatically generated">
            <a:extLst>
              <a:ext uri="{FF2B5EF4-FFF2-40B4-BE49-F238E27FC236}">
                <a16:creationId xmlns:a16="http://schemas.microsoft.com/office/drawing/2014/main" id="{FD08CD7C-48F5-950A-319C-738948519D37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72"/>
          <a:stretch/>
        </p:blipFill>
        <p:spPr>
          <a:xfrm>
            <a:off x="1146227" y="4027912"/>
            <a:ext cx="625423" cy="364798"/>
          </a:xfrm>
          <a:prstGeom prst="rect">
            <a:avLst/>
          </a:prstGeom>
        </p:spPr>
      </p:pic>
      <p:pic>
        <p:nvPicPr>
          <p:cNvPr id="78" name="Picture 77" descr="A picture containing gear, circle, metalware, wheel&#10;&#10;Description automatically generated">
            <a:extLst>
              <a:ext uri="{FF2B5EF4-FFF2-40B4-BE49-F238E27FC236}">
                <a16:creationId xmlns:a16="http://schemas.microsoft.com/office/drawing/2014/main" id="{B05F32FF-ED16-1AC9-31D5-ED611E3E24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14" y="4364959"/>
            <a:ext cx="359618" cy="359618"/>
          </a:xfrm>
          <a:prstGeom prst="rect">
            <a:avLst/>
          </a:prstGeom>
        </p:spPr>
      </p:pic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44C93212-033B-E343-5BF7-DA3C351B6A1B}"/>
              </a:ext>
            </a:extLst>
          </p:cNvPr>
          <p:cNvCxnSpPr>
            <a:cxnSpLocks/>
            <a:stCxn id="94" idx="2"/>
            <a:endCxn id="90" idx="1"/>
          </p:cNvCxnSpPr>
          <p:nvPr/>
        </p:nvCxnSpPr>
        <p:spPr>
          <a:xfrm rot="5400000">
            <a:off x="353388" y="3014952"/>
            <a:ext cx="2718583" cy="2099506"/>
          </a:xfrm>
          <a:prstGeom prst="curvedConnector4">
            <a:avLst>
              <a:gd name="adj1" fmla="val 38654"/>
              <a:gd name="adj2" fmla="val 110888"/>
            </a:avLst>
          </a:prstGeom>
          <a:ln w="38100">
            <a:solidFill>
              <a:srgbClr val="2ED35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0ACDD86-CE94-A8A4-8C6F-697F096C0DD2}"/>
              </a:ext>
            </a:extLst>
          </p:cNvPr>
          <p:cNvGrpSpPr/>
          <p:nvPr/>
        </p:nvGrpSpPr>
        <p:grpSpPr>
          <a:xfrm>
            <a:off x="2416977" y="2044541"/>
            <a:ext cx="671495" cy="660873"/>
            <a:chOff x="8367409" y="1980699"/>
            <a:chExt cx="877052" cy="927207"/>
          </a:xfrm>
        </p:grpSpPr>
        <p:pic>
          <p:nvPicPr>
            <p:cNvPr id="93" name="Picture 92" descr="A picture containing graphics, screenshot, logo, symbol&#10;&#10;Description automatically generated">
              <a:extLst>
                <a:ext uri="{FF2B5EF4-FFF2-40B4-BE49-F238E27FC236}">
                  <a16:creationId xmlns:a16="http://schemas.microsoft.com/office/drawing/2014/main" id="{53EA5F69-AA66-616C-530F-0EED512AF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7409" y="1980699"/>
              <a:ext cx="877052" cy="877052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0275EE9-B1D8-3F45-A71F-DB123CABED85}"/>
                </a:ext>
              </a:extLst>
            </p:cNvPr>
            <p:cNvSpPr txBox="1"/>
            <p:nvPr/>
          </p:nvSpPr>
          <p:spPr>
            <a:xfrm>
              <a:off x="8679356" y="2476094"/>
              <a:ext cx="278515" cy="431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R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CE19F8A-D47E-106B-F0F5-4FE2652CE531}"/>
              </a:ext>
            </a:extLst>
          </p:cNvPr>
          <p:cNvGrpSpPr/>
          <p:nvPr/>
        </p:nvGrpSpPr>
        <p:grpSpPr>
          <a:xfrm>
            <a:off x="662926" y="4807120"/>
            <a:ext cx="1314451" cy="1569415"/>
            <a:chOff x="564028" y="4191053"/>
            <a:chExt cx="998934" cy="152886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DEA95CB-499C-5C21-0A5F-FCD134BDD026}"/>
                </a:ext>
              </a:extLst>
            </p:cNvPr>
            <p:cNvGrpSpPr/>
            <p:nvPr/>
          </p:nvGrpSpPr>
          <p:grpSpPr>
            <a:xfrm>
              <a:off x="564028" y="4191053"/>
              <a:ext cx="998934" cy="1491796"/>
              <a:chOff x="7215520" y="138111"/>
              <a:chExt cx="3641672" cy="5438427"/>
            </a:xfrm>
          </p:grpSpPr>
          <p:pic>
            <p:nvPicPr>
              <p:cNvPr id="89" name="Picture 88" descr="A picture containing screenshot, graphics, symbol, design&#10;&#10;Description automatically generated">
                <a:extLst>
                  <a:ext uri="{FF2B5EF4-FFF2-40B4-BE49-F238E27FC236}">
                    <a16:creationId xmlns:a16="http://schemas.microsoft.com/office/drawing/2014/main" id="{9F8FBA72-6485-D5A6-0822-410E85E5FB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t="6408" r="14179" b="29088"/>
              <a:stretch/>
            </p:blipFill>
            <p:spPr>
              <a:xfrm>
                <a:off x="7215523" y="4519617"/>
                <a:ext cx="3641669" cy="1056921"/>
              </a:xfrm>
              <a:prstGeom prst="rect">
                <a:avLst/>
              </a:prstGeom>
            </p:spPr>
          </p:pic>
          <p:pic>
            <p:nvPicPr>
              <p:cNvPr id="90" name="Picture 89" descr="A picture containing screenshot, graphics, colorfulness, rectangle&#10;&#10;Description automatically generated">
                <a:extLst>
                  <a:ext uri="{FF2B5EF4-FFF2-40B4-BE49-F238E27FC236}">
                    <a16:creationId xmlns:a16="http://schemas.microsoft.com/office/drawing/2014/main" id="{9A122E52-E7C0-DC00-C7F6-3D819C70D1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59" r="14178" b="10169"/>
              <a:stretch/>
            </p:blipFill>
            <p:spPr>
              <a:xfrm>
                <a:off x="7215520" y="138111"/>
                <a:ext cx="3641671" cy="4381503"/>
              </a:xfrm>
              <a:prstGeom prst="rect">
                <a:avLst/>
              </a:prstGeom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1E2F7EF-39F7-131E-0913-16711C598E69}"/>
                </a:ext>
              </a:extLst>
            </p:cNvPr>
            <p:cNvSpPr txBox="1"/>
            <p:nvPr/>
          </p:nvSpPr>
          <p:spPr>
            <a:xfrm>
              <a:off x="695366" y="4469692"/>
              <a:ext cx="241877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A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F538057-8FBE-1517-8210-A9AC45E19245}"/>
                </a:ext>
              </a:extLst>
            </p:cNvPr>
            <p:cNvSpPr txBox="1"/>
            <p:nvPr/>
          </p:nvSpPr>
          <p:spPr>
            <a:xfrm>
              <a:off x="704756" y="4776498"/>
              <a:ext cx="22309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E8C1801-1651-F546-8BDE-44CD2FF3721C}"/>
                </a:ext>
              </a:extLst>
            </p:cNvPr>
            <p:cNvSpPr txBox="1"/>
            <p:nvPr/>
          </p:nvSpPr>
          <p:spPr>
            <a:xfrm>
              <a:off x="701626" y="5083305"/>
              <a:ext cx="229358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C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7A42555-AFFD-B5A2-6A7E-F80C327026F2}"/>
                </a:ext>
              </a:extLst>
            </p:cNvPr>
            <p:cNvSpPr txBox="1"/>
            <p:nvPr/>
          </p:nvSpPr>
          <p:spPr>
            <a:xfrm>
              <a:off x="692863" y="5390111"/>
              <a:ext cx="246884" cy="32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6075AA2-7230-3A34-F448-1F67CC85CE8C}"/>
                </a:ext>
              </a:extLst>
            </p:cNvPr>
            <p:cNvSpPr txBox="1"/>
            <p:nvPr/>
          </p:nvSpPr>
          <p:spPr>
            <a:xfrm>
              <a:off x="1080227" y="4490368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940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08086D3-9F3F-E94A-82F6-DF617235A6D0}"/>
                </a:ext>
              </a:extLst>
            </p:cNvPr>
            <p:cNvSpPr txBox="1"/>
            <p:nvPr/>
          </p:nvSpPr>
          <p:spPr>
            <a:xfrm>
              <a:off x="1049555" y="4802587"/>
              <a:ext cx="389607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2540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C7E5530-B801-9EF3-254D-A96763B0D546}"/>
                </a:ext>
              </a:extLst>
            </p:cNvPr>
            <p:cNvSpPr txBox="1"/>
            <p:nvPr/>
          </p:nvSpPr>
          <p:spPr>
            <a:xfrm>
              <a:off x="1080227" y="511480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655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2FECD7E-1500-2C20-D299-971D13141666}"/>
                </a:ext>
              </a:extLst>
            </p:cNvPr>
            <p:cNvSpPr txBox="1"/>
            <p:nvPr/>
          </p:nvSpPr>
          <p:spPr>
            <a:xfrm>
              <a:off x="1080227" y="5427026"/>
              <a:ext cx="328262" cy="269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812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534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612 -0.03403 L -0.05612 -0.0338 C -0.05586 -0.05093 -0.05547 -0.06736 -0.05468 -0.08403 C -0.05416 -0.08982 -0.0539 -0.09607 -0.05273 -0.10139 C -0.0513 -0.10787 -0.04648 -0.11852 -0.04648 -0.11829 C -0.04427 -0.13843 -0.04479 -0.13195 -0.04648 -0.16829 C -0.04687 -0.17176 -0.04778 -0.17477 -0.0483 -0.17801 C -0.04856 -0.18148 -0.05078 -0.21412 -0.04752 -0.22222 C -0.04531 -0.22732 -0.04114 -0.22732 -0.03867 -0.23195 C -0.03619 -0.23542 -0.03372 -0.23866 -0.03151 -0.24352 C -0.02786 -0.25093 -0.02604 -0.25579 -0.02174 -0.26227 C -0.0194 -0.26621 -0.01224 -0.27408 -0.01015 -0.2757 C 0.00651 -0.29051 -0.01562 -0.26736 0.00313 -0.28542 C 0.00664 -0.28889 0.0099 -0.29352 0.01368 -0.29699 C 0.01628 -0.29931 0.01914 -0.30047 0.02175 -0.30278 C 0.02526 -0.30579 0.02865 -0.31088 0.0323 -0.31412 C 0.03451 -0.31644 0.03698 -0.31783 0.03946 -0.31991 C 0.04128 -0.32176 0.04284 -0.32408 0.04453 -0.32547 C 0.05078 -0.33125 0.0573 -0.33519 0.06328 -0.34097 C 0.06654 -0.34422 0.06953 -0.34815 0.07292 -0.3507 C 0.07696 -0.35371 0.08086 -0.35486 0.08451 -0.35834 C 0.09206 -0.36505 0.10677 -0.38125 0.10677 -0.38125 C 0.10743 -0.38449 0.10808 -0.3875 0.10847 -0.39097 C 0.10899 -0.39445 0.10912 -0.39861 0.10951 -0.40255 C 0.1099 -0.4132 0.1099 -0.42431 0.1112 -0.43519 C 0.11146 -0.43912 0.11302 -0.44259 0.11368 -0.44676 C 0.12058 -0.48056 0.11368 -0.45371 0.12084 -0.47523 C 0.12279 -0.48079 0.12422 -0.48681 0.12618 -0.49259 C 0.1267 -0.49398 0.12787 -0.49445 0.128 -0.4963 C 0.12852 -0.50347 0.128 -0.51065 0.128 -0.51713 " pathEditMode="relative" rAng="0" ptsTypes="AAAAAAAAAAAAAAAAAAAAAAAAAAAAAA">
                                      <p:cBhvr>
                                        <p:cTn id="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19" y="-241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775</TotalTime>
  <Words>3502</Words>
  <Application>Microsoft Office PowerPoint</Application>
  <PresentationFormat>Widescreen</PresentationFormat>
  <Paragraphs>2568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Adobe Gothic Std 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mody khalil</dc:creator>
  <cp:lastModifiedBy>mody khalil</cp:lastModifiedBy>
  <cp:revision>121</cp:revision>
  <dcterms:created xsi:type="dcterms:W3CDTF">2023-05-27T17:11:59Z</dcterms:created>
  <dcterms:modified xsi:type="dcterms:W3CDTF">2023-06-02T08:58:25Z</dcterms:modified>
</cp:coreProperties>
</file>